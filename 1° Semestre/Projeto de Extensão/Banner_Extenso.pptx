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handoutMasterIdLst>
    <p:handoutMasterId r:id="rId4"/>
  </p:handoutMasterIdLst>
  <p:sldIdLst>
    <p:sldId id="258" r:id="rId2"/>
  </p:sldIdLst>
  <p:sldSz cx="28800425" cy="34920238"/>
  <p:notesSz cx="6797675" cy="99282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998" userDrawn="1">
          <p15:clr>
            <a:srgbClr val="A4A3A4"/>
          </p15:clr>
        </p15:guide>
        <p15:guide id="2" pos="9071" userDrawn="1">
          <p15:clr>
            <a:srgbClr val="A4A3A4"/>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10" roundtripDataSignature="AMtx7mhp5+1PsGU9kpn/8TKzrEsIvvIL4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4C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474CF6-4DD4-4C53-8784-D7CA1049BF7D}" v="259" dt="2026-05-19T00:52:45.441"/>
    <p1510:client id="{F169E0CB-B174-4875-A6DA-CDA767A19478}" v="927" dt="2026-05-19T00:21:08.6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3" d="100"/>
          <a:sy n="33" d="100"/>
        </p:scale>
        <p:origin x="1866" y="-2436"/>
      </p:cViewPr>
      <p:guideLst>
        <p:guide orient="horz" pos="10998"/>
        <p:guide pos="9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11" Type="http://schemas.openxmlformats.org/officeDocument/2006/relationships/presProps" Target="presProps.xml"/><Relationship Id="rId15" Type="http://schemas.microsoft.com/office/2016/11/relationships/changesInfo" Target="changesInfos/changesInfo1.xml"/><Relationship Id="rId10" Type="http://customschemas.google.com/relationships/presentationmetadata" Target="metadata"/><Relationship Id="rId4"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NZO RIBEIRO DA SILVA" userId="f2a1cadb-0739-43de-b36c-2d86ce81db5f" providerId="ADAL" clId="{8D151F6E-437D-456F-93DA-01FD09A5F40D}"/>
    <pc:docChg chg="undo custSel modSld">
      <pc:chgData name="ENZO RIBEIRO DA SILVA" userId="f2a1cadb-0739-43de-b36c-2d86ce81db5f" providerId="ADAL" clId="{8D151F6E-437D-456F-93DA-01FD09A5F40D}" dt="2026-05-16T01:02:08.263" v="223" actId="1076"/>
      <pc:docMkLst>
        <pc:docMk/>
      </pc:docMkLst>
      <pc:sldChg chg="addSp delSp modSp mod">
        <pc:chgData name="ENZO RIBEIRO DA SILVA" userId="f2a1cadb-0739-43de-b36c-2d86ce81db5f" providerId="ADAL" clId="{8D151F6E-437D-456F-93DA-01FD09A5F40D}" dt="2026-05-16T01:02:08.263" v="223" actId="1076"/>
        <pc:sldMkLst>
          <pc:docMk/>
          <pc:sldMk cId="0" sldId="258"/>
        </pc:sldMkLst>
        <pc:spChg chg="mod">
          <ac:chgData name="ENZO RIBEIRO DA SILVA" userId="f2a1cadb-0739-43de-b36c-2d86ce81db5f" providerId="ADAL" clId="{8D151F6E-437D-456F-93DA-01FD09A5F40D}" dt="2026-05-15T22:40:54.023" v="4" actId="20577"/>
          <ac:spMkLst>
            <pc:docMk/>
            <pc:sldMk cId="0" sldId="258"/>
            <ac:spMk id="2" creationId="{DB5A9EF4-E88E-DA6A-4275-5DF61B66FBF0}"/>
          </ac:spMkLst>
        </pc:spChg>
        <pc:spChg chg="mod">
          <ac:chgData name="ENZO RIBEIRO DA SILVA" userId="f2a1cadb-0739-43de-b36c-2d86ce81db5f" providerId="ADAL" clId="{8D151F6E-437D-456F-93DA-01FD09A5F40D}" dt="2026-05-16T01:01:44.311" v="220" actId="1076"/>
          <ac:spMkLst>
            <pc:docMk/>
            <pc:sldMk cId="0" sldId="258"/>
            <ac:spMk id="3" creationId="{F9502300-9CA2-D6E2-F4A3-BD6899BB175C}"/>
          </ac:spMkLst>
        </pc:spChg>
        <pc:spChg chg="mod">
          <ac:chgData name="ENZO RIBEIRO DA SILVA" userId="f2a1cadb-0739-43de-b36c-2d86ce81db5f" providerId="ADAL" clId="{8D151F6E-437D-456F-93DA-01FD09A5F40D}" dt="2026-05-15T22:50:13.835" v="17" actId="20577"/>
          <ac:spMkLst>
            <pc:docMk/>
            <pc:sldMk cId="0" sldId="258"/>
            <ac:spMk id="33" creationId="{00000000-0000-0000-0000-000000000000}"/>
          </ac:spMkLst>
        </pc:spChg>
        <pc:spChg chg="mod">
          <ac:chgData name="ENZO RIBEIRO DA SILVA" userId="f2a1cadb-0739-43de-b36c-2d86ce81db5f" providerId="ADAL" clId="{8D151F6E-437D-456F-93DA-01FD09A5F40D}" dt="2026-05-16T00:05:22.944" v="179" actId="20577"/>
          <ac:spMkLst>
            <pc:docMk/>
            <pc:sldMk cId="0" sldId="258"/>
            <ac:spMk id="34" creationId="{00000000-0000-0000-0000-000000000000}"/>
          </ac:spMkLst>
        </pc:spChg>
        <pc:spChg chg="add mod">
          <ac:chgData name="ENZO RIBEIRO DA SILVA" userId="f2a1cadb-0739-43de-b36c-2d86ce81db5f" providerId="ADAL" clId="{8D151F6E-437D-456F-93DA-01FD09A5F40D}" dt="2026-05-15T23:27:22.858" v="104" actId="1035"/>
          <ac:spMkLst>
            <pc:docMk/>
            <pc:sldMk cId="0" sldId="258"/>
            <ac:spMk id="51" creationId="{884969A8-3B39-EA4B-C06D-611389C98A5A}"/>
          </ac:spMkLst>
        </pc:spChg>
        <pc:spChg chg="mod">
          <ac:chgData name="ENZO RIBEIRO DA SILVA" userId="f2a1cadb-0739-43de-b36c-2d86ce81db5f" providerId="ADAL" clId="{8D151F6E-437D-456F-93DA-01FD09A5F40D}" dt="2026-05-15T23:23:36.093" v="97" actId="2711"/>
          <ac:spMkLst>
            <pc:docMk/>
            <pc:sldMk cId="0" sldId="258"/>
            <ac:spMk id="55" creationId="{4DE8DA23-CB8A-6F24-6F39-78A1DDA9AA72}"/>
          </ac:spMkLst>
        </pc:spChg>
        <pc:spChg chg="add mod">
          <ac:chgData name="ENZO RIBEIRO DA SILVA" userId="f2a1cadb-0739-43de-b36c-2d86ce81db5f" providerId="ADAL" clId="{8D151F6E-437D-456F-93DA-01FD09A5F40D}" dt="2026-05-15T23:26:06.671" v="102" actId="1076"/>
          <ac:spMkLst>
            <pc:docMk/>
            <pc:sldMk cId="0" sldId="258"/>
            <ac:spMk id="56" creationId="{97294537-9A66-5732-9D38-B9FCD26681EE}"/>
          </ac:spMkLst>
        </pc:spChg>
        <pc:spChg chg="mod">
          <ac:chgData name="ENZO RIBEIRO DA SILVA" userId="f2a1cadb-0739-43de-b36c-2d86ce81db5f" providerId="ADAL" clId="{8D151F6E-437D-456F-93DA-01FD09A5F40D}" dt="2026-05-15T23:27:22.858" v="104" actId="1035"/>
          <ac:spMkLst>
            <pc:docMk/>
            <pc:sldMk cId="0" sldId="258"/>
            <ac:spMk id="58" creationId="{F604E2CF-500D-0AFF-17E0-089A900A7724}"/>
          </ac:spMkLst>
        </pc:spChg>
        <pc:spChg chg="add mod">
          <ac:chgData name="ENZO RIBEIRO DA SILVA" userId="f2a1cadb-0739-43de-b36c-2d86ce81db5f" providerId="ADAL" clId="{8D151F6E-437D-456F-93DA-01FD09A5F40D}" dt="2026-05-16T00:58:37.661" v="209" actId="20577"/>
          <ac:spMkLst>
            <pc:docMk/>
            <pc:sldMk cId="0" sldId="258"/>
            <ac:spMk id="67" creationId="{C3DE0DCC-F5EC-7878-D00E-38EADDFA7D2A}"/>
          </ac:spMkLst>
        </pc:spChg>
        <pc:spChg chg="add mod">
          <ac:chgData name="ENZO RIBEIRO DA SILVA" userId="f2a1cadb-0739-43de-b36c-2d86ce81db5f" providerId="ADAL" clId="{8D151F6E-437D-456F-93DA-01FD09A5F40D}" dt="2026-05-16T00:11:33.576" v="199" actId="207"/>
          <ac:spMkLst>
            <pc:docMk/>
            <pc:sldMk cId="0" sldId="258"/>
            <ac:spMk id="68" creationId="{21F73F0A-0ACF-031A-F37E-7E71639A2F09}"/>
          </ac:spMkLst>
        </pc:spChg>
        <pc:spChg chg="add mod">
          <ac:chgData name="ENZO RIBEIRO DA SILVA" userId="f2a1cadb-0739-43de-b36c-2d86ce81db5f" providerId="ADAL" clId="{8D151F6E-437D-456F-93DA-01FD09A5F40D}" dt="2026-05-16T01:01:52.220" v="221" actId="1076"/>
          <ac:spMkLst>
            <pc:docMk/>
            <pc:sldMk cId="0" sldId="258"/>
            <ac:spMk id="69" creationId="{BADDDDE8-74E6-6556-4230-F4825F86E5A3}"/>
          </ac:spMkLst>
        </pc:spChg>
        <pc:spChg chg="add mod">
          <ac:chgData name="ENZO RIBEIRO DA SILVA" userId="f2a1cadb-0739-43de-b36c-2d86ce81db5f" providerId="ADAL" clId="{8D151F6E-437D-456F-93DA-01FD09A5F40D}" dt="2026-05-16T00:59:55.358" v="215"/>
          <ac:spMkLst>
            <pc:docMk/>
            <pc:sldMk cId="0" sldId="258"/>
            <ac:spMk id="71" creationId="{EE8B1155-14B6-8E5F-19D7-9FA970916128}"/>
          </ac:spMkLst>
        </pc:spChg>
        <pc:spChg chg="mod">
          <ac:chgData name="ENZO RIBEIRO DA SILVA" userId="f2a1cadb-0739-43de-b36c-2d86ce81db5f" providerId="ADAL" clId="{8D151F6E-437D-456F-93DA-01FD09A5F40D}" dt="2026-05-16T01:02:08.263" v="223" actId="1076"/>
          <ac:spMkLst>
            <pc:docMk/>
            <pc:sldMk cId="0" sldId="258"/>
            <ac:spMk id="72" creationId="{C8707508-CE5A-8170-C5FD-DB81EF7F5CD2}"/>
          </ac:spMkLst>
        </pc:spChg>
        <pc:picChg chg="add mod modCrop">
          <ac:chgData name="ENZO RIBEIRO DA SILVA" userId="f2a1cadb-0739-43de-b36c-2d86ce81db5f" providerId="ADAL" clId="{8D151F6E-437D-456F-93DA-01FD09A5F40D}" dt="2026-05-16T00:45:14.991" v="207" actId="1076"/>
          <ac:picMkLst>
            <pc:docMk/>
            <pc:sldMk cId="0" sldId="258"/>
            <ac:picMk id="54" creationId="{39684A27-E036-E092-9E55-82553DDC5AC7}"/>
          </ac:picMkLst>
        </pc:picChg>
        <pc:picChg chg="add mod modCrop">
          <ac:chgData name="ENZO RIBEIRO DA SILVA" userId="f2a1cadb-0739-43de-b36c-2d86ce81db5f" providerId="ADAL" clId="{8D151F6E-437D-456F-93DA-01FD09A5F40D}" dt="2026-05-16T01:01:55.975" v="222" actId="1076"/>
          <ac:picMkLst>
            <pc:docMk/>
            <pc:sldMk cId="0" sldId="258"/>
            <ac:picMk id="61" creationId="{93435537-06C0-77DC-5ABE-530780D66053}"/>
          </ac:picMkLst>
        </pc:picChg>
        <pc:picChg chg="add mod modCrop">
          <ac:chgData name="ENZO RIBEIRO DA SILVA" userId="f2a1cadb-0739-43de-b36c-2d86ce81db5f" providerId="ADAL" clId="{8D151F6E-437D-456F-93DA-01FD09A5F40D}" dt="2026-05-16T00:07:22.965" v="185" actId="1076"/>
          <ac:picMkLst>
            <pc:docMk/>
            <pc:sldMk cId="0" sldId="258"/>
            <ac:picMk id="64" creationId="{190AC63B-0A32-90D4-E6BD-1BE9B28959D0}"/>
          </ac:picMkLst>
        </pc:picChg>
      </pc:sldChg>
    </pc:docChg>
  </pc:docChgLst>
  <pc:docChgLst>
    <pc:chgData name="GUSTAVO LOPES FRANCISCO" userId="f94204f1-0ac3-4d05-be58-6d6ef911e2d5" providerId="ADAL" clId="{C2BC0239-BB76-46F8-88A8-2CCF77E21589}"/>
    <pc:docChg chg="undo custSel addSld delSld modSld">
      <pc:chgData name="GUSTAVO LOPES FRANCISCO" userId="f94204f1-0ac3-4d05-be58-6d6ef911e2d5" providerId="ADAL" clId="{C2BC0239-BB76-46F8-88A8-2CCF77E21589}" dt="2026-05-19T00:21:08.669" v="1872" actId="20577"/>
      <pc:docMkLst>
        <pc:docMk/>
      </pc:docMkLst>
      <pc:sldChg chg="addSp delSp modSp mod">
        <pc:chgData name="GUSTAVO LOPES FRANCISCO" userId="f94204f1-0ac3-4d05-be58-6d6ef911e2d5" providerId="ADAL" clId="{C2BC0239-BB76-46F8-88A8-2CCF77E21589}" dt="2026-05-19T00:21:08.669" v="1872" actId="20577"/>
        <pc:sldMkLst>
          <pc:docMk/>
          <pc:sldMk cId="0" sldId="258"/>
        </pc:sldMkLst>
        <pc:spChg chg="mod">
          <ac:chgData name="GUSTAVO LOPES FRANCISCO" userId="f94204f1-0ac3-4d05-be58-6d6ef911e2d5" providerId="ADAL" clId="{C2BC0239-BB76-46F8-88A8-2CCF77E21589}" dt="2026-05-18T22:21:39.658" v="1487" actId="1035"/>
          <ac:spMkLst>
            <pc:docMk/>
            <pc:sldMk cId="0" sldId="258"/>
            <ac:spMk id="2" creationId="{DB5A9EF4-E88E-DA6A-4275-5DF61B66FBF0}"/>
          </ac:spMkLst>
        </pc:spChg>
        <pc:spChg chg="mod">
          <ac:chgData name="GUSTAVO LOPES FRANCISCO" userId="f94204f1-0ac3-4d05-be58-6d6ef911e2d5" providerId="ADAL" clId="{C2BC0239-BB76-46F8-88A8-2CCF77E21589}" dt="2026-05-18T22:19:03.571" v="1163" actId="123"/>
          <ac:spMkLst>
            <pc:docMk/>
            <pc:sldMk cId="0" sldId="258"/>
            <ac:spMk id="3" creationId="{F9502300-9CA2-D6E2-F4A3-BD6899BB175C}"/>
          </ac:spMkLst>
        </pc:spChg>
        <pc:spChg chg="mod">
          <ac:chgData name="GUSTAVO LOPES FRANCISCO" userId="f94204f1-0ac3-4d05-be58-6d6ef911e2d5" providerId="ADAL" clId="{C2BC0239-BB76-46F8-88A8-2CCF77E21589}" dt="2026-05-18T22:20:20.396" v="1356" actId="123"/>
          <ac:spMkLst>
            <pc:docMk/>
            <pc:sldMk cId="0" sldId="258"/>
            <ac:spMk id="7" creationId="{3D443694-41B3-DCEF-C710-8CE1E99B675F}"/>
          </ac:spMkLst>
        </pc:spChg>
        <pc:spChg chg="mod">
          <ac:chgData name="GUSTAVO LOPES FRANCISCO" userId="f94204f1-0ac3-4d05-be58-6d6ef911e2d5" providerId="ADAL" clId="{C2BC0239-BB76-46F8-88A8-2CCF77E21589}" dt="2026-05-18T22:18:48.811" v="1158" actId="123"/>
          <ac:spMkLst>
            <pc:docMk/>
            <pc:sldMk cId="0" sldId="258"/>
            <ac:spMk id="33" creationId="{00000000-0000-0000-0000-000000000000}"/>
          </ac:spMkLst>
        </pc:spChg>
        <pc:spChg chg="mod">
          <ac:chgData name="GUSTAVO LOPES FRANCISCO" userId="f94204f1-0ac3-4d05-be58-6d6ef911e2d5" providerId="ADAL" clId="{C2BC0239-BB76-46F8-88A8-2CCF77E21589}" dt="2026-05-15T22:54:50.384" v="82" actId="20577"/>
          <ac:spMkLst>
            <pc:docMk/>
            <pc:sldMk cId="0" sldId="258"/>
            <ac:spMk id="34" creationId="{00000000-0000-0000-0000-000000000000}"/>
          </ac:spMkLst>
        </pc:spChg>
        <pc:spChg chg="mod">
          <ac:chgData name="GUSTAVO LOPES FRANCISCO" userId="f94204f1-0ac3-4d05-be58-6d6ef911e2d5" providerId="ADAL" clId="{C2BC0239-BB76-46F8-88A8-2CCF77E21589}" dt="2026-05-18T22:18:51.342" v="1159" actId="123"/>
          <ac:spMkLst>
            <pc:docMk/>
            <pc:sldMk cId="0" sldId="258"/>
            <ac:spMk id="51" creationId="{884969A8-3B39-EA4B-C06D-611389C98A5A}"/>
          </ac:spMkLst>
        </pc:spChg>
        <pc:spChg chg="add mod ord">
          <ac:chgData name="GUSTAVO LOPES FRANCISCO" userId="f94204f1-0ac3-4d05-be58-6d6ef911e2d5" providerId="ADAL" clId="{C2BC0239-BB76-46F8-88A8-2CCF77E21589}" dt="2026-05-18T22:15:42.158" v="1013" actId="1036"/>
          <ac:spMkLst>
            <pc:docMk/>
            <pc:sldMk cId="0" sldId="258"/>
            <ac:spMk id="55" creationId="{4DE8DA23-CB8A-6F24-6F39-78A1DDA9AA72}"/>
          </ac:spMkLst>
        </pc:spChg>
        <pc:spChg chg="mod">
          <ac:chgData name="GUSTAVO LOPES FRANCISCO" userId="f94204f1-0ac3-4d05-be58-6d6ef911e2d5" providerId="ADAL" clId="{C2BC0239-BB76-46F8-88A8-2CCF77E21589}" dt="2026-05-18T22:18:53.109" v="1160" actId="123"/>
          <ac:spMkLst>
            <pc:docMk/>
            <pc:sldMk cId="0" sldId="258"/>
            <ac:spMk id="56" creationId="{97294537-9A66-5732-9D38-B9FCD26681EE}"/>
          </ac:spMkLst>
        </pc:spChg>
        <pc:spChg chg="add mod">
          <ac:chgData name="GUSTAVO LOPES FRANCISCO" userId="f94204f1-0ac3-4d05-be58-6d6ef911e2d5" providerId="ADAL" clId="{C2BC0239-BB76-46F8-88A8-2CCF77E21589}" dt="2026-05-18T22:24:58.107" v="1807" actId="20577"/>
          <ac:spMkLst>
            <pc:docMk/>
            <pc:sldMk cId="0" sldId="258"/>
            <ac:spMk id="57" creationId="{0AAE21DE-1693-B963-3216-C91E31DF7F59}"/>
          </ac:spMkLst>
        </pc:spChg>
        <pc:spChg chg="add mod ord">
          <ac:chgData name="GUSTAVO LOPES FRANCISCO" userId="f94204f1-0ac3-4d05-be58-6d6ef911e2d5" providerId="ADAL" clId="{C2BC0239-BB76-46F8-88A8-2CCF77E21589}" dt="2026-05-18T22:11:53.509" v="813" actId="120"/>
          <ac:spMkLst>
            <pc:docMk/>
            <pc:sldMk cId="0" sldId="258"/>
            <ac:spMk id="58" creationId="{F604E2CF-500D-0AFF-17E0-089A900A7724}"/>
          </ac:spMkLst>
        </pc:spChg>
        <pc:spChg chg="add mod">
          <ac:chgData name="GUSTAVO LOPES FRANCISCO" userId="f94204f1-0ac3-4d05-be58-6d6ef911e2d5" providerId="ADAL" clId="{C2BC0239-BB76-46F8-88A8-2CCF77E21589}" dt="2026-05-18T22:31:47.473" v="1864"/>
          <ac:spMkLst>
            <pc:docMk/>
            <pc:sldMk cId="0" sldId="258"/>
            <ac:spMk id="59" creationId="{F0FACDD3-E88F-8A72-B53C-DB81D567DCC2}"/>
          </ac:spMkLst>
        </pc:spChg>
        <pc:spChg chg="add mod">
          <ac:chgData name="GUSTAVO LOPES FRANCISCO" userId="f94204f1-0ac3-4d05-be58-6d6ef911e2d5" providerId="ADAL" clId="{C2BC0239-BB76-46F8-88A8-2CCF77E21589}" dt="2026-05-18T22:24:13.914" v="1789" actId="1035"/>
          <ac:spMkLst>
            <pc:docMk/>
            <pc:sldMk cId="0" sldId="258"/>
            <ac:spMk id="62" creationId="{148C9140-5977-0693-0C33-9B0465D7262C}"/>
          </ac:spMkLst>
        </pc:spChg>
        <pc:spChg chg="add del">
          <ac:chgData name="GUSTAVO LOPES FRANCISCO" userId="f94204f1-0ac3-4d05-be58-6d6ef911e2d5" providerId="ADAL" clId="{C2BC0239-BB76-46F8-88A8-2CCF77E21589}" dt="2026-05-18T22:31:10.142" v="1862" actId="478"/>
          <ac:spMkLst>
            <pc:docMk/>
            <pc:sldMk cId="0" sldId="258"/>
            <ac:spMk id="63" creationId="{F097E307-E69F-8B1E-A9C8-95DE3E02F6C3}"/>
          </ac:spMkLst>
        </pc:spChg>
        <pc:spChg chg="add del mod">
          <ac:chgData name="GUSTAVO LOPES FRANCISCO" userId="f94204f1-0ac3-4d05-be58-6d6ef911e2d5" providerId="ADAL" clId="{C2BC0239-BB76-46F8-88A8-2CCF77E21589}" dt="2026-05-18T22:20:43.797" v="1362" actId="478"/>
          <ac:spMkLst>
            <pc:docMk/>
            <pc:sldMk cId="0" sldId="258"/>
            <ac:spMk id="65" creationId="{351F25FD-E796-B9D8-BF5C-79E74AE615C5}"/>
          </ac:spMkLst>
        </pc:spChg>
        <pc:spChg chg="mod">
          <ac:chgData name="GUSTAVO LOPES FRANCISCO" userId="f94204f1-0ac3-4d05-be58-6d6ef911e2d5" providerId="ADAL" clId="{C2BC0239-BB76-46F8-88A8-2CCF77E21589}" dt="2026-05-18T22:18:56.016" v="1161" actId="123"/>
          <ac:spMkLst>
            <pc:docMk/>
            <pc:sldMk cId="0" sldId="258"/>
            <ac:spMk id="67" creationId="{C3DE0DCC-F5EC-7878-D00E-38EADDFA7D2A}"/>
          </ac:spMkLst>
        </pc:spChg>
        <pc:spChg chg="mod">
          <ac:chgData name="GUSTAVO LOPES FRANCISCO" userId="f94204f1-0ac3-4d05-be58-6d6ef911e2d5" providerId="ADAL" clId="{C2BC0239-BB76-46F8-88A8-2CCF77E21589}" dt="2026-05-18T22:15:40.541" v="1012" actId="1036"/>
          <ac:spMkLst>
            <pc:docMk/>
            <pc:sldMk cId="0" sldId="258"/>
            <ac:spMk id="68" creationId="{21F73F0A-0ACF-031A-F37E-7E71639A2F09}"/>
          </ac:spMkLst>
        </pc:spChg>
        <pc:spChg chg="mod">
          <ac:chgData name="GUSTAVO LOPES FRANCISCO" userId="f94204f1-0ac3-4d05-be58-6d6ef911e2d5" providerId="ADAL" clId="{C2BC0239-BB76-46F8-88A8-2CCF77E21589}" dt="2026-05-18T22:19:06.371" v="1164" actId="123"/>
          <ac:spMkLst>
            <pc:docMk/>
            <pc:sldMk cId="0" sldId="258"/>
            <ac:spMk id="69" creationId="{BADDDDE8-74E6-6556-4230-F4825F86E5A3}"/>
          </ac:spMkLst>
        </pc:spChg>
        <pc:spChg chg="add mod">
          <ac:chgData name="GUSTAVO LOPES FRANCISCO" userId="f94204f1-0ac3-4d05-be58-6d6ef911e2d5" providerId="ADAL" clId="{C2BC0239-BB76-46F8-88A8-2CCF77E21589}" dt="2026-05-18T22:21:30.594" v="1440" actId="1036"/>
          <ac:spMkLst>
            <pc:docMk/>
            <pc:sldMk cId="0" sldId="258"/>
            <ac:spMk id="70" creationId="{61EF5665-805C-6551-D197-C1F938060F0A}"/>
          </ac:spMkLst>
        </pc:spChg>
        <pc:spChg chg="mod">
          <ac:chgData name="GUSTAVO LOPES FRANCISCO" userId="f94204f1-0ac3-4d05-be58-6d6ef911e2d5" providerId="ADAL" clId="{C2BC0239-BB76-46F8-88A8-2CCF77E21589}" dt="2026-05-18T22:19:00.759" v="1162" actId="123"/>
          <ac:spMkLst>
            <pc:docMk/>
            <pc:sldMk cId="0" sldId="258"/>
            <ac:spMk id="71" creationId="{EE8B1155-14B6-8E5F-19D7-9FA970916128}"/>
          </ac:spMkLst>
        </pc:spChg>
        <pc:spChg chg="add mod">
          <ac:chgData name="GUSTAVO LOPES FRANCISCO" userId="f94204f1-0ac3-4d05-be58-6d6ef911e2d5" providerId="ADAL" clId="{C2BC0239-BB76-46F8-88A8-2CCF77E21589}" dt="2026-05-19T00:21:08.669" v="1872" actId="20577"/>
          <ac:spMkLst>
            <pc:docMk/>
            <pc:sldMk cId="0" sldId="258"/>
            <ac:spMk id="72" creationId="{C8707508-CE5A-8170-C5FD-DB81EF7F5CD2}"/>
          </ac:spMkLst>
        </pc:spChg>
        <pc:picChg chg="mod">
          <ac:chgData name="GUSTAVO LOPES FRANCISCO" userId="f94204f1-0ac3-4d05-be58-6d6ef911e2d5" providerId="ADAL" clId="{C2BC0239-BB76-46F8-88A8-2CCF77E21589}" dt="2026-05-18T22:16:58.859" v="1103" actId="1035"/>
          <ac:picMkLst>
            <pc:docMk/>
            <pc:sldMk cId="0" sldId="258"/>
            <ac:picMk id="54" creationId="{39684A27-E036-E092-9E55-82553DDC5AC7}"/>
          </ac:picMkLst>
        </pc:picChg>
        <pc:picChg chg="mod">
          <ac:chgData name="GUSTAVO LOPES FRANCISCO" userId="f94204f1-0ac3-4d05-be58-6d6ef911e2d5" providerId="ADAL" clId="{C2BC0239-BB76-46F8-88A8-2CCF77E21589}" dt="2026-05-18T22:20:03.969" v="1292" actId="1035"/>
          <ac:picMkLst>
            <pc:docMk/>
            <pc:sldMk cId="0" sldId="258"/>
            <ac:picMk id="61" creationId="{93435537-06C0-77DC-5ABE-530780D66053}"/>
          </ac:picMkLst>
        </pc:picChg>
        <pc:picChg chg="mod">
          <ac:chgData name="GUSTAVO LOPES FRANCISCO" userId="f94204f1-0ac3-4d05-be58-6d6ef911e2d5" providerId="ADAL" clId="{C2BC0239-BB76-46F8-88A8-2CCF77E21589}" dt="2026-05-18T22:22:47.910" v="1686" actId="1036"/>
          <ac:picMkLst>
            <pc:docMk/>
            <pc:sldMk cId="0" sldId="258"/>
            <ac:picMk id="64" creationId="{190AC63B-0A32-90D4-E6BD-1BE9B28959D0}"/>
          </ac:picMkLst>
        </pc:picChg>
        <pc:picChg chg="add mod">
          <ac:chgData name="GUSTAVO LOPES FRANCISCO" userId="f94204f1-0ac3-4d05-be58-6d6ef911e2d5" providerId="ADAL" clId="{C2BC0239-BB76-46F8-88A8-2CCF77E21589}" dt="2026-05-18T22:22:58.533" v="1729" actId="1036"/>
          <ac:picMkLst>
            <pc:docMk/>
            <pc:sldMk cId="0" sldId="258"/>
            <ac:picMk id="1026" creationId="{3D05029A-0142-1600-491E-CDB8F040B6F9}"/>
          </ac:picMkLst>
        </pc:picChg>
      </pc:sldChg>
    </pc:docChg>
  </pc:docChgLst>
  <pc:docChgLst>
    <pc:chgData name="GUSTAVO LOPES FRANCISCO" userId="f94204f1-0ac3-4d05-be58-6d6ef911e2d5" providerId="ADAL" clId="{92492BD1-D402-4AEA-A8B6-8C7E1503B0F4}"/>
    <pc:docChg chg="modSld">
      <pc:chgData name="GUSTAVO LOPES FRANCISCO" userId="f94204f1-0ac3-4d05-be58-6d6ef911e2d5" providerId="ADAL" clId="{92492BD1-D402-4AEA-A8B6-8C7E1503B0F4}" dt="2026-05-17T22:51:31.904" v="124" actId="1035"/>
      <pc:docMkLst>
        <pc:docMk/>
      </pc:docMkLst>
      <pc:sldChg chg="addSp modSp mod">
        <pc:chgData name="GUSTAVO LOPES FRANCISCO" userId="f94204f1-0ac3-4d05-be58-6d6ef911e2d5" providerId="ADAL" clId="{92492BD1-D402-4AEA-A8B6-8C7E1503B0F4}" dt="2026-05-17T22:51:31.904" v="124" actId="1035"/>
        <pc:sldMkLst>
          <pc:docMk/>
          <pc:sldMk cId="0" sldId="258"/>
        </pc:sldMkLst>
        <pc:spChg chg="mod">
          <ac:chgData name="GUSTAVO LOPES FRANCISCO" userId="f94204f1-0ac3-4d05-be58-6d6ef911e2d5" providerId="ADAL" clId="{92492BD1-D402-4AEA-A8B6-8C7E1503B0F4}" dt="2026-05-17T21:55:57.937" v="7" actId="20577"/>
          <ac:spMkLst>
            <pc:docMk/>
            <pc:sldMk cId="0" sldId="258"/>
            <ac:spMk id="2" creationId="{DB5A9EF4-E88E-DA6A-4275-5DF61B66FBF0}"/>
          </ac:spMkLst>
        </pc:spChg>
        <pc:spChg chg="add mod">
          <ac:chgData name="GUSTAVO LOPES FRANCISCO" userId="f94204f1-0ac3-4d05-be58-6d6ef911e2d5" providerId="ADAL" clId="{92492BD1-D402-4AEA-A8B6-8C7E1503B0F4}" dt="2026-05-17T22:51:01.332" v="122" actId="1037"/>
          <ac:spMkLst>
            <pc:docMk/>
            <pc:sldMk cId="0" sldId="258"/>
            <ac:spMk id="7" creationId="{3D443694-41B3-DCEF-C710-8CE1E99B675F}"/>
          </ac:spMkLst>
        </pc:spChg>
        <pc:spChg chg="mod">
          <ac:chgData name="GUSTAVO LOPES FRANCISCO" userId="f94204f1-0ac3-4d05-be58-6d6ef911e2d5" providerId="ADAL" clId="{92492BD1-D402-4AEA-A8B6-8C7E1503B0F4}" dt="2026-05-17T22:51:31.904" v="124" actId="1035"/>
          <ac:spMkLst>
            <pc:docMk/>
            <pc:sldMk cId="0" sldId="258"/>
            <ac:spMk id="55" creationId="{4DE8DA23-CB8A-6F24-6F39-78A1DDA9AA72}"/>
          </ac:spMkLst>
        </pc:spChg>
        <pc:spChg chg="mod">
          <ac:chgData name="GUSTAVO LOPES FRANCISCO" userId="f94204f1-0ac3-4d05-be58-6d6ef911e2d5" providerId="ADAL" clId="{92492BD1-D402-4AEA-A8B6-8C7E1503B0F4}" dt="2026-05-17T21:56:01.889" v="9" actId="20577"/>
          <ac:spMkLst>
            <pc:docMk/>
            <pc:sldMk cId="0" sldId="258"/>
            <ac:spMk id="62" creationId="{148C9140-5977-0693-0C33-9B0465D7262C}"/>
          </ac:spMkLst>
        </pc:spChg>
        <pc:spChg chg="mod">
          <ac:chgData name="GUSTAVO LOPES FRANCISCO" userId="f94204f1-0ac3-4d05-be58-6d6ef911e2d5" providerId="ADAL" clId="{92492BD1-D402-4AEA-A8B6-8C7E1503B0F4}" dt="2026-05-17T22:51:27.697" v="123" actId="1035"/>
          <ac:spMkLst>
            <pc:docMk/>
            <pc:sldMk cId="0" sldId="258"/>
            <ac:spMk id="68" creationId="{21F73F0A-0ACF-031A-F37E-7E71639A2F09}"/>
          </ac:spMkLst>
        </pc:spChg>
        <pc:spChg chg="mod">
          <ac:chgData name="GUSTAVO LOPES FRANCISCO" userId="f94204f1-0ac3-4d05-be58-6d6ef911e2d5" providerId="ADAL" clId="{92492BD1-D402-4AEA-A8B6-8C7E1503B0F4}" dt="2026-05-17T21:55:47.776" v="3" actId="20577"/>
          <ac:spMkLst>
            <pc:docMk/>
            <pc:sldMk cId="0" sldId="258"/>
            <ac:spMk id="70" creationId="{61EF5665-805C-6551-D197-C1F938060F0A}"/>
          </ac:spMkLst>
        </pc:spChg>
        <pc:spChg chg="mod">
          <ac:chgData name="GUSTAVO LOPES FRANCISCO" userId="f94204f1-0ac3-4d05-be58-6d6ef911e2d5" providerId="ADAL" clId="{92492BD1-D402-4AEA-A8B6-8C7E1503B0F4}" dt="2026-05-17T22:50:36.530" v="104" actId="20577"/>
          <ac:spMkLst>
            <pc:docMk/>
            <pc:sldMk cId="0" sldId="258"/>
            <ac:spMk id="72" creationId="{C8707508-CE5A-8170-C5FD-DB81EF7F5CD2}"/>
          </ac:spMkLst>
        </pc:spChg>
        <pc:picChg chg="mod">
          <ac:chgData name="GUSTAVO LOPES FRANCISCO" userId="f94204f1-0ac3-4d05-be58-6d6ef911e2d5" providerId="ADAL" clId="{92492BD1-D402-4AEA-A8B6-8C7E1503B0F4}" dt="2026-05-17T22:50:44.005" v="115" actId="1036"/>
          <ac:picMkLst>
            <pc:docMk/>
            <pc:sldMk cId="0" sldId="258"/>
            <ac:picMk id="64" creationId="{190AC63B-0A32-90D4-E6BD-1BE9B28959D0}"/>
          </ac:picMkLst>
        </pc:picChg>
      </pc:sldChg>
    </pc:docChg>
  </pc:docChgLst>
  <pc:docChgLst>
    <pc:chgData name="ENZO RIBEIRO DA SILVA" userId="f2a1cadb-0739-43de-b36c-2d86ce81db5f" providerId="ADAL" clId="{1BA2B2DD-1035-4428-AECC-EDF1EE49CBB5}"/>
    <pc:docChg chg="undo custSel modSld">
      <pc:chgData name="ENZO RIBEIRO DA SILVA" userId="f2a1cadb-0739-43de-b36c-2d86ce81db5f" providerId="ADAL" clId="{1BA2B2DD-1035-4428-AECC-EDF1EE49CBB5}" dt="2026-05-19T00:54:13.078" v="178" actId="14100"/>
      <pc:docMkLst>
        <pc:docMk/>
      </pc:docMkLst>
      <pc:sldChg chg="addSp modSp mod">
        <pc:chgData name="ENZO RIBEIRO DA SILVA" userId="f2a1cadb-0739-43de-b36c-2d86ce81db5f" providerId="ADAL" clId="{1BA2B2DD-1035-4428-AECC-EDF1EE49CBB5}" dt="2026-05-19T00:54:13.078" v="178" actId="14100"/>
        <pc:sldMkLst>
          <pc:docMk/>
          <pc:sldMk cId="0" sldId="258"/>
        </pc:sldMkLst>
        <pc:spChg chg="mod">
          <ac:chgData name="ENZO RIBEIRO DA SILVA" userId="f2a1cadb-0739-43de-b36c-2d86ce81db5f" providerId="ADAL" clId="{1BA2B2DD-1035-4428-AECC-EDF1EE49CBB5}" dt="2026-05-19T00:18:21.973" v="64" actId="1076"/>
          <ac:spMkLst>
            <pc:docMk/>
            <pc:sldMk cId="0" sldId="258"/>
            <ac:spMk id="2" creationId="{DB5A9EF4-E88E-DA6A-4275-5DF61B66FBF0}"/>
          </ac:spMkLst>
        </pc:spChg>
        <pc:spChg chg="mod">
          <ac:chgData name="ENZO RIBEIRO DA SILVA" userId="f2a1cadb-0739-43de-b36c-2d86ce81db5f" providerId="ADAL" clId="{1BA2B2DD-1035-4428-AECC-EDF1EE49CBB5}" dt="2026-05-19T00:53:17.560" v="164" actId="1036"/>
          <ac:spMkLst>
            <pc:docMk/>
            <pc:sldMk cId="0" sldId="258"/>
            <ac:spMk id="3" creationId="{F9502300-9CA2-D6E2-F4A3-BD6899BB175C}"/>
          </ac:spMkLst>
        </pc:spChg>
        <pc:spChg chg="mod">
          <ac:chgData name="ENZO RIBEIRO DA SILVA" userId="f2a1cadb-0739-43de-b36c-2d86ce81db5f" providerId="ADAL" clId="{1BA2B2DD-1035-4428-AECC-EDF1EE49CBB5}" dt="2026-05-19T00:53:17.560" v="164" actId="1036"/>
          <ac:spMkLst>
            <pc:docMk/>
            <pc:sldMk cId="0" sldId="258"/>
            <ac:spMk id="7" creationId="{3D443694-41B3-DCEF-C710-8CE1E99B675F}"/>
          </ac:spMkLst>
        </pc:spChg>
        <pc:spChg chg="mod">
          <ac:chgData name="ENZO RIBEIRO DA SILVA" userId="f2a1cadb-0739-43de-b36c-2d86ce81db5f" providerId="ADAL" clId="{1BA2B2DD-1035-4428-AECC-EDF1EE49CBB5}" dt="2026-05-19T00:53:29.062" v="166" actId="1076"/>
          <ac:spMkLst>
            <pc:docMk/>
            <pc:sldMk cId="0" sldId="258"/>
            <ac:spMk id="34" creationId="{00000000-0000-0000-0000-000000000000}"/>
          </ac:spMkLst>
        </pc:spChg>
        <pc:spChg chg="mod">
          <ac:chgData name="ENZO RIBEIRO DA SILVA" userId="f2a1cadb-0739-43de-b36c-2d86ce81db5f" providerId="ADAL" clId="{1BA2B2DD-1035-4428-AECC-EDF1EE49CBB5}" dt="2026-05-19T00:52:06.617" v="118" actId="1036"/>
          <ac:spMkLst>
            <pc:docMk/>
            <pc:sldMk cId="0" sldId="258"/>
            <ac:spMk id="51" creationId="{884969A8-3B39-EA4B-C06D-611389C98A5A}"/>
          </ac:spMkLst>
        </pc:spChg>
        <pc:spChg chg="mod">
          <ac:chgData name="ENZO RIBEIRO DA SILVA" userId="f2a1cadb-0739-43de-b36c-2d86ce81db5f" providerId="ADAL" clId="{1BA2B2DD-1035-4428-AECC-EDF1EE49CBB5}" dt="2026-05-19T00:52:21.855" v="126" actId="1036"/>
          <ac:spMkLst>
            <pc:docMk/>
            <pc:sldMk cId="0" sldId="258"/>
            <ac:spMk id="55" creationId="{4DE8DA23-CB8A-6F24-6F39-78A1DDA9AA72}"/>
          </ac:spMkLst>
        </pc:spChg>
        <pc:spChg chg="mod">
          <ac:chgData name="ENZO RIBEIRO DA SILVA" userId="f2a1cadb-0739-43de-b36c-2d86ce81db5f" providerId="ADAL" clId="{1BA2B2DD-1035-4428-AECC-EDF1EE49CBB5}" dt="2026-05-19T00:52:21.855" v="126" actId="1036"/>
          <ac:spMkLst>
            <pc:docMk/>
            <pc:sldMk cId="0" sldId="258"/>
            <ac:spMk id="56" creationId="{97294537-9A66-5732-9D38-B9FCD26681EE}"/>
          </ac:spMkLst>
        </pc:spChg>
        <pc:spChg chg="mod">
          <ac:chgData name="ENZO RIBEIRO DA SILVA" userId="f2a1cadb-0739-43de-b36c-2d86ce81db5f" providerId="ADAL" clId="{1BA2B2DD-1035-4428-AECC-EDF1EE49CBB5}" dt="2026-05-19T00:19:05.581" v="70" actId="1076"/>
          <ac:spMkLst>
            <pc:docMk/>
            <pc:sldMk cId="0" sldId="258"/>
            <ac:spMk id="57" creationId="{0AAE21DE-1693-B963-3216-C91E31DF7F59}"/>
          </ac:spMkLst>
        </pc:spChg>
        <pc:spChg chg="mod">
          <ac:chgData name="ENZO RIBEIRO DA SILVA" userId="f2a1cadb-0739-43de-b36c-2d86ce81db5f" providerId="ADAL" clId="{1BA2B2DD-1035-4428-AECC-EDF1EE49CBB5}" dt="2026-05-19T00:52:06.617" v="118" actId="1036"/>
          <ac:spMkLst>
            <pc:docMk/>
            <pc:sldMk cId="0" sldId="258"/>
            <ac:spMk id="58" creationId="{F604E2CF-500D-0AFF-17E0-089A900A7724}"/>
          </ac:spMkLst>
        </pc:spChg>
        <pc:spChg chg="mod">
          <ac:chgData name="ENZO RIBEIRO DA SILVA" userId="f2a1cadb-0739-43de-b36c-2d86ce81db5f" providerId="ADAL" clId="{1BA2B2DD-1035-4428-AECC-EDF1EE49CBB5}" dt="2026-05-19T00:19:12.341" v="71" actId="1076"/>
          <ac:spMkLst>
            <pc:docMk/>
            <pc:sldMk cId="0" sldId="258"/>
            <ac:spMk id="59" creationId="{F0FACDD3-E88F-8A72-B53C-DB81D567DCC2}"/>
          </ac:spMkLst>
        </pc:spChg>
        <pc:spChg chg="add mod">
          <ac:chgData name="ENZO RIBEIRO DA SILVA" userId="f2a1cadb-0739-43de-b36c-2d86ce81db5f" providerId="ADAL" clId="{1BA2B2DD-1035-4428-AECC-EDF1EE49CBB5}" dt="2026-05-18T22:29:21.414" v="0"/>
          <ac:spMkLst>
            <pc:docMk/>
            <pc:sldMk cId="0" sldId="258"/>
            <ac:spMk id="60" creationId="{601A84A5-4841-FE86-F66C-6119F7B53C0E}"/>
          </ac:spMkLst>
        </pc:spChg>
        <pc:spChg chg="mod">
          <ac:chgData name="ENZO RIBEIRO DA SILVA" userId="f2a1cadb-0739-43de-b36c-2d86ce81db5f" providerId="ADAL" clId="{1BA2B2DD-1035-4428-AECC-EDF1EE49CBB5}" dt="2026-05-19T00:18:31.567" v="66" actId="1076"/>
          <ac:spMkLst>
            <pc:docMk/>
            <pc:sldMk cId="0" sldId="258"/>
            <ac:spMk id="62" creationId="{148C9140-5977-0693-0C33-9B0465D7262C}"/>
          </ac:spMkLst>
        </pc:spChg>
        <pc:spChg chg="mod">
          <ac:chgData name="ENZO RIBEIRO DA SILVA" userId="f2a1cadb-0739-43de-b36c-2d86ce81db5f" providerId="ADAL" clId="{1BA2B2DD-1035-4428-AECC-EDF1EE49CBB5}" dt="2026-05-19T00:52:39.392" v="136" actId="20577"/>
          <ac:spMkLst>
            <pc:docMk/>
            <pc:sldMk cId="0" sldId="258"/>
            <ac:spMk id="67" creationId="{C3DE0DCC-F5EC-7878-D00E-38EADDFA7D2A}"/>
          </ac:spMkLst>
        </pc:spChg>
        <pc:spChg chg="mod">
          <ac:chgData name="ENZO RIBEIRO DA SILVA" userId="f2a1cadb-0739-43de-b36c-2d86ce81db5f" providerId="ADAL" clId="{1BA2B2DD-1035-4428-AECC-EDF1EE49CBB5}" dt="2026-05-19T00:52:30.942" v="135" actId="1036"/>
          <ac:spMkLst>
            <pc:docMk/>
            <pc:sldMk cId="0" sldId="258"/>
            <ac:spMk id="68" creationId="{21F73F0A-0ACF-031A-F37E-7E71639A2F09}"/>
          </ac:spMkLst>
        </pc:spChg>
        <pc:spChg chg="mod">
          <ac:chgData name="ENZO RIBEIRO DA SILVA" userId="f2a1cadb-0739-43de-b36c-2d86ce81db5f" providerId="ADAL" clId="{1BA2B2DD-1035-4428-AECC-EDF1EE49CBB5}" dt="2026-05-19T00:53:17.560" v="164" actId="1036"/>
          <ac:spMkLst>
            <pc:docMk/>
            <pc:sldMk cId="0" sldId="258"/>
            <ac:spMk id="69" creationId="{BADDDDE8-74E6-6556-4230-F4825F86E5A3}"/>
          </ac:spMkLst>
        </pc:spChg>
        <pc:spChg chg="mod">
          <ac:chgData name="ENZO RIBEIRO DA SILVA" userId="f2a1cadb-0739-43de-b36c-2d86ce81db5f" providerId="ADAL" clId="{1BA2B2DD-1035-4428-AECC-EDF1EE49CBB5}" dt="2026-05-19T00:54:09.140" v="177" actId="1036"/>
          <ac:spMkLst>
            <pc:docMk/>
            <pc:sldMk cId="0" sldId="258"/>
            <ac:spMk id="70" creationId="{61EF5665-805C-6551-D197-C1F938060F0A}"/>
          </ac:spMkLst>
        </pc:spChg>
        <pc:spChg chg="mod">
          <ac:chgData name="ENZO RIBEIRO DA SILVA" userId="f2a1cadb-0739-43de-b36c-2d86ce81db5f" providerId="ADAL" clId="{1BA2B2DD-1035-4428-AECC-EDF1EE49CBB5}" dt="2026-05-19T00:53:52.113" v="170" actId="20577"/>
          <ac:spMkLst>
            <pc:docMk/>
            <pc:sldMk cId="0" sldId="258"/>
            <ac:spMk id="71" creationId="{EE8B1155-14B6-8E5F-19D7-9FA970916128}"/>
          </ac:spMkLst>
        </pc:spChg>
        <pc:spChg chg="mod">
          <ac:chgData name="ENZO RIBEIRO DA SILVA" userId="f2a1cadb-0739-43de-b36c-2d86ce81db5f" providerId="ADAL" clId="{1BA2B2DD-1035-4428-AECC-EDF1EE49CBB5}" dt="2026-05-19T00:53:17.560" v="164" actId="1036"/>
          <ac:spMkLst>
            <pc:docMk/>
            <pc:sldMk cId="0" sldId="258"/>
            <ac:spMk id="72" creationId="{C8707508-CE5A-8170-C5FD-DB81EF7F5CD2}"/>
          </ac:spMkLst>
        </pc:spChg>
        <pc:picChg chg="mod">
          <ac:chgData name="ENZO RIBEIRO DA SILVA" userId="f2a1cadb-0739-43de-b36c-2d86ce81db5f" providerId="ADAL" clId="{1BA2B2DD-1035-4428-AECC-EDF1EE49CBB5}" dt="2026-05-19T00:53:17.560" v="164" actId="1036"/>
          <ac:picMkLst>
            <pc:docMk/>
            <pc:sldMk cId="0" sldId="258"/>
            <ac:picMk id="54" creationId="{39684A27-E036-E092-9E55-82553DDC5AC7}"/>
          </ac:picMkLst>
        </pc:picChg>
        <pc:picChg chg="mod">
          <ac:chgData name="ENZO RIBEIRO DA SILVA" userId="f2a1cadb-0739-43de-b36c-2d86ce81db5f" providerId="ADAL" clId="{1BA2B2DD-1035-4428-AECC-EDF1EE49CBB5}" dt="2026-05-19T00:53:17.560" v="164" actId="1036"/>
          <ac:picMkLst>
            <pc:docMk/>
            <pc:sldMk cId="0" sldId="258"/>
            <ac:picMk id="61" creationId="{93435537-06C0-77DC-5ABE-530780D66053}"/>
          </ac:picMkLst>
        </pc:picChg>
        <pc:picChg chg="mod">
          <ac:chgData name="ENZO RIBEIRO DA SILVA" userId="f2a1cadb-0739-43de-b36c-2d86ce81db5f" providerId="ADAL" clId="{1BA2B2DD-1035-4428-AECC-EDF1EE49CBB5}" dt="2026-05-19T00:54:13.078" v="178" actId="14100"/>
          <ac:picMkLst>
            <pc:docMk/>
            <pc:sldMk cId="0" sldId="258"/>
            <ac:picMk id="64" creationId="{190AC63B-0A32-90D4-E6BD-1BE9B28959D0}"/>
          </ac:picMkLst>
        </pc:picChg>
        <pc:picChg chg="mod">
          <ac:chgData name="ENZO RIBEIRO DA SILVA" userId="f2a1cadb-0739-43de-b36c-2d86ce81db5f" providerId="ADAL" clId="{1BA2B2DD-1035-4428-AECC-EDF1EE49CBB5}" dt="2026-05-19T00:18:26.312" v="65" actId="1076"/>
          <ac:picMkLst>
            <pc:docMk/>
            <pc:sldMk cId="0" sldId="258"/>
            <ac:picMk id="1026" creationId="{3D05029A-0142-1600-491E-CDB8F040B6F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53FD706B-AA75-4682-9599-95CFDA7485B4}"/>
              </a:ext>
            </a:extLst>
          </p:cNvPr>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0F6B606-90D2-4413-B8FF-DDA3633898F5}"/>
              </a:ext>
            </a:extLst>
          </p:cNvPr>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F1FAA6C5-AB74-47D2-882A-918316AA4EEB}" type="datetimeFigureOut">
              <a:rPr lang="pt-BR" smtClean="0"/>
              <a:t>18/05/2026</a:t>
            </a:fld>
            <a:endParaRPr lang="pt-BR"/>
          </a:p>
        </p:txBody>
      </p:sp>
      <p:sp>
        <p:nvSpPr>
          <p:cNvPr id="4" name="Espaço Reservado para Rodapé 3">
            <a:extLst>
              <a:ext uri="{FF2B5EF4-FFF2-40B4-BE49-F238E27FC236}">
                <a16:creationId xmlns:a16="http://schemas.microsoft.com/office/drawing/2014/main" id="{91338EB4-0B16-4D5E-9D64-62C9EF4AD07D}"/>
              </a:ext>
            </a:extLst>
          </p:cNvPr>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785F2CD6-BE84-42E5-959C-6BA053C3A4BD}"/>
              </a:ext>
            </a:extLst>
          </p:cNvPr>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C212789A-FF5B-4A7D-8C2A-C79D31D5B012}" type="slidenum">
              <a:rPr lang="pt-BR" smtClean="0"/>
              <a:t>‹nº›</a:t>
            </a:fld>
            <a:endParaRPr lang="pt-BR"/>
          </a:p>
        </p:txBody>
      </p:sp>
    </p:spTree>
    <p:extLst>
      <p:ext uri="{BB962C8B-B14F-4D97-AF65-F5344CB8AC3E}">
        <p14:creationId xmlns:p14="http://schemas.microsoft.com/office/powerpoint/2010/main" val="21356337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33150" y="744600"/>
            <a:ext cx="4532000" cy="37230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pt-BR"/>
          </a:p>
        </p:txBody>
      </p:sp>
      <p:sp>
        <p:nvSpPr>
          <p:cNvPr id="4" name="Google Shape;4;n"/>
          <p:cNvSpPr txBox="1">
            <a:spLocks noGrp="1"/>
          </p:cNvSpPr>
          <p:nvPr>
            <p:ph type="body" idx="1"/>
          </p:nvPr>
        </p:nvSpPr>
        <p:spPr>
          <a:xfrm>
            <a:off x="679750" y="4715900"/>
            <a:ext cx="5438125" cy="44677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3:notes"/>
          <p:cNvSpPr txBox="1">
            <a:spLocks noGrp="1"/>
          </p:cNvSpPr>
          <p:nvPr>
            <p:ph type="body" idx="1"/>
          </p:nvPr>
        </p:nvSpPr>
        <p:spPr>
          <a:xfrm>
            <a:off x="679750" y="4715900"/>
            <a:ext cx="5438125" cy="446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 name="Google Shape;31;p3:notes"/>
          <p:cNvSpPr>
            <a:spLocks noGrp="1" noRot="1" noChangeAspect="1"/>
          </p:cNvSpPr>
          <p:nvPr>
            <p:ph type="sldImg" idx="2"/>
          </p:nvPr>
        </p:nvSpPr>
        <p:spPr>
          <a:xfrm>
            <a:off x="1863725" y="744538"/>
            <a:ext cx="3071813" cy="3722687"/>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pt-B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de Título">
  <p:cSld name="Slide de Título">
    <p:spTree>
      <p:nvGrpSpPr>
        <p:cNvPr id="1" name="Shape 6"/>
        <p:cNvGrpSpPr/>
        <p:nvPr/>
      </p:nvGrpSpPr>
      <p:grpSpPr>
        <a:xfrm>
          <a:off x="0" y="0"/>
          <a:ext cx="0" cy="0"/>
          <a:chOff x="0" y="0"/>
          <a:chExt cx="0" cy="0"/>
        </a:xfrm>
      </p:grpSpPr>
      <p:pic>
        <p:nvPicPr>
          <p:cNvPr id="3" name="Imagem 2">
            <a:extLst>
              <a:ext uri="{FF2B5EF4-FFF2-40B4-BE49-F238E27FC236}">
                <a16:creationId xmlns:a16="http://schemas.microsoft.com/office/drawing/2014/main" id="{4635588D-E978-D1A8-ADAD-4D837A1801BA}"/>
              </a:ext>
            </a:extLst>
          </p:cNvPr>
          <p:cNvPicPr>
            <a:picLocks noChangeAspect="1"/>
          </p:cNvPicPr>
          <p:nvPr userDrawn="1"/>
        </p:nvPicPr>
        <p:blipFill>
          <a:blip r:embed="rId2"/>
          <a:stretch>
            <a:fillRect/>
          </a:stretch>
        </p:blipFill>
        <p:spPr>
          <a:xfrm>
            <a:off x="0" y="1576"/>
            <a:ext cx="28800425" cy="3491708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58" name="Retângulo: Cantos Arredondados 57">
            <a:extLst>
              <a:ext uri="{FF2B5EF4-FFF2-40B4-BE49-F238E27FC236}">
                <a16:creationId xmlns:a16="http://schemas.microsoft.com/office/drawing/2014/main" id="{F604E2CF-500D-0AFF-17E0-089A900A7724}"/>
              </a:ext>
            </a:extLst>
          </p:cNvPr>
          <p:cNvSpPr/>
          <p:nvPr/>
        </p:nvSpPr>
        <p:spPr>
          <a:xfrm>
            <a:off x="745327" y="20455797"/>
            <a:ext cx="8869604" cy="4411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2600" b="1">
                <a:solidFill>
                  <a:schemeClr val="bg1"/>
                </a:solidFill>
                <a:latin typeface="+mj-lt"/>
                <a:ea typeface="Arial"/>
                <a:cs typeface="Arial"/>
              </a:rPr>
              <a:t>Objetivos</a:t>
            </a:r>
            <a:endParaRPr lang="pt-BR" sz="2600">
              <a:latin typeface="+mj-lt"/>
            </a:endParaRPr>
          </a:p>
        </p:txBody>
      </p:sp>
      <p:sp>
        <p:nvSpPr>
          <p:cNvPr id="55" name="Retângulo: Cantos Arredondados 54">
            <a:extLst>
              <a:ext uri="{FF2B5EF4-FFF2-40B4-BE49-F238E27FC236}">
                <a16:creationId xmlns:a16="http://schemas.microsoft.com/office/drawing/2014/main" id="{4DE8DA23-CB8A-6F24-6F39-78A1DDA9AA72}"/>
              </a:ext>
            </a:extLst>
          </p:cNvPr>
          <p:cNvSpPr/>
          <p:nvPr/>
        </p:nvSpPr>
        <p:spPr>
          <a:xfrm>
            <a:off x="745327" y="23589421"/>
            <a:ext cx="8869604" cy="4852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2600" b="1">
                <a:solidFill>
                  <a:schemeClr val="bg1"/>
                </a:solidFill>
                <a:latin typeface="+mj-lt"/>
                <a:ea typeface="Arial"/>
                <a:cs typeface="Arial"/>
              </a:rPr>
              <a:t>Metodologias</a:t>
            </a:r>
            <a:endParaRPr lang="pt-BR" sz="2600">
              <a:latin typeface="+mj-lt"/>
            </a:endParaRPr>
          </a:p>
        </p:txBody>
      </p:sp>
      <p:grpSp>
        <p:nvGrpSpPr>
          <p:cNvPr id="53" name="Agrupar 52">
            <a:extLst>
              <a:ext uri="{FF2B5EF4-FFF2-40B4-BE49-F238E27FC236}">
                <a16:creationId xmlns:a16="http://schemas.microsoft.com/office/drawing/2014/main" id="{B66AC399-F898-3379-7EEF-FEE03DCDEFFA}"/>
              </a:ext>
            </a:extLst>
          </p:cNvPr>
          <p:cNvGrpSpPr/>
          <p:nvPr/>
        </p:nvGrpSpPr>
        <p:grpSpPr>
          <a:xfrm>
            <a:off x="23079341" y="4655538"/>
            <a:ext cx="3645457" cy="4757556"/>
            <a:chOff x="1974041" y="4471527"/>
            <a:chExt cx="3645457" cy="4757556"/>
          </a:xfrm>
        </p:grpSpPr>
        <p:grpSp>
          <p:nvGrpSpPr>
            <p:cNvPr id="4" name="Gráfico 1">
              <a:extLst>
                <a:ext uri="{FF2B5EF4-FFF2-40B4-BE49-F238E27FC236}">
                  <a16:creationId xmlns:a16="http://schemas.microsoft.com/office/drawing/2014/main" id="{7B77094C-581E-722B-8309-BFA0E674D9F9}"/>
                </a:ext>
              </a:extLst>
            </p:cNvPr>
            <p:cNvGrpSpPr/>
            <p:nvPr/>
          </p:nvGrpSpPr>
          <p:grpSpPr>
            <a:xfrm>
              <a:off x="2190180" y="4471527"/>
              <a:ext cx="3181777" cy="3181707"/>
              <a:chOff x="2190180" y="4471527"/>
              <a:chExt cx="3181777" cy="3181707"/>
            </a:xfrm>
            <a:solidFill>
              <a:srgbClr val="114C8E"/>
            </a:solidFill>
          </p:grpSpPr>
          <p:grpSp>
            <p:nvGrpSpPr>
              <p:cNvPr id="5" name="Gráfico 1">
                <a:extLst>
                  <a:ext uri="{FF2B5EF4-FFF2-40B4-BE49-F238E27FC236}">
                    <a16:creationId xmlns:a16="http://schemas.microsoft.com/office/drawing/2014/main" id="{72572C23-D37F-5DE9-31A1-D17FFD9CB4C1}"/>
                  </a:ext>
                </a:extLst>
              </p:cNvPr>
              <p:cNvGrpSpPr/>
              <p:nvPr/>
            </p:nvGrpSpPr>
            <p:grpSpPr>
              <a:xfrm>
                <a:off x="2962276" y="5035413"/>
                <a:ext cx="1637887" cy="2172361"/>
                <a:chOff x="2962276" y="5035413"/>
                <a:chExt cx="1637887" cy="2172361"/>
              </a:xfrm>
              <a:solidFill>
                <a:srgbClr val="114C8E"/>
              </a:solidFill>
            </p:grpSpPr>
            <p:sp>
              <p:nvSpPr>
                <p:cNvPr id="6" name="Forma Livre: Forma 5">
                  <a:extLst>
                    <a:ext uri="{FF2B5EF4-FFF2-40B4-BE49-F238E27FC236}">
                      <a16:creationId xmlns:a16="http://schemas.microsoft.com/office/drawing/2014/main" id="{B59D411F-743C-6F99-34CA-FAE28077133F}"/>
                    </a:ext>
                  </a:extLst>
                </p:cNvPr>
                <p:cNvSpPr/>
                <p:nvPr/>
              </p:nvSpPr>
              <p:spPr>
                <a:xfrm>
                  <a:off x="2965731" y="5062499"/>
                  <a:ext cx="1304175" cy="1208088"/>
                </a:xfrm>
                <a:custGeom>
                  <a:avLst/>
                  <a:gdLst>
                    <a:gd name="csX0" fmla="*/ 886176 w 1304175"/>
                    <a:gd name="csY0" fmla="*/ 754650 h 1208088"/>
                    <a:gd name="csX1" fmla="*/ 874994 w 1304175"/>
                    <a:gd name="csY1" fmla="*/ 805934 h 1208088"/>
                    <a:gd name="csX2" fmla="*/ 1058924 w 1304175"/>
                    <a:gd name="csY2" fmla="*/ 990250 h 1208088"/>
                    <a:gd name="csX3" fmla="*/ 1088358 w 1304175"/>
                    <a:gd name="csY3" fmla="*/ 1025211 h 1208088"/>
                    <a:gd name="csX4" fmla="*/ 1079746 w 1304175"/>
                    <a:gd name="csY4" fmla="*/ 1091534 h 1208088"/>
                    <a:gd name="csX5" fmla="*/ 1021907 w 1304175"/>
                    <a:gd name="csY5" fmla="*/ 1082666 h 1208088"/>
                    <a:gd name="csX6" fmla="*/ 753659 w 1304175"/>
                    <a:gd name="csY6" fmla="*/ 813261 h 1208088"/>
                    <a:gd name="csX7" fmla="*/ 725124 w 1304175"/>
                    <a:gd name="csY7" fmla="*/ 792181 h 1208088"/>
                    <a:gd name="csX8" fmla="*/ 714456 w 1304175"/>
                    <a:gd name="csY8" fmla="*/ 800922 h 1208088"/>
                    <a:gd name="csX9" fmla="*/ 737849 w 1304175"/>
                    <a:gd name="csY9" fmla="*/ 840124 h 1208088"/>
                    <a:gd name="csX10" fmla="*/ 989388 w 1304175"/>
                    <a:gd name="csY10" fmla="*/ 1096547 h 1208088"/>
                    <a:gd name="csX11" fmla="*/ 997614 w 1304175"/>
                    <a:gd name="csY11" fmla="*/ 1160428 h 1208088"/>
                    <a:gd name="csX12" fmla="*/ 930905 w 1304175"/>
                    <a:gd name="csY12" fmla="*/ 1154387 h 1208088"/>
                    <a:gd name="csX13" fmla="*/ 878721 w 1304175"/>
                    <a:gd name="csY13" fmla="*/ 1101946 h 1208088"/>
                    <a:gd name="csX14" fmla="*/ 807514 w 1304175"/>
                    <a:gd name="csY14" fmla="*/ 1104387 h 1208088"/>
                    <a:gd name="csX15" fmla="*/ 745433 w 1304175"/>
                    <a:gd name="csY15" fmla="*/ 1171739 h 1208088"/>
                    <a:gd name="csX16" fmla="*/ 610345 w 1304175"/>
                    <a:gd name="csY16" fmla="*/ 1160042 h 1208088"/>
                    <a:gd name="csX17" fmla="*/ 572942 w 1304175"/>
                    <a:gd name="csY17" fmla="*/ 1136778 h 1208088"/>
                    <a:gd name="csX18" fmla="*/ 497750 w 1304175"/>
                    <a:gd name="csY18" fmla="*/ 1063129 h 1208088"/>
                    <a:gd name="csX19" fmla="*/ 408034 w 1304175"/>
                    <a:gd name="csY19" fmla="*/ 1008374 h 1208088"/>
                    <a:gd name="csX20" fmla="*/ 384256 w 1304175"/>
                    <a:gd name="csY20" fmla="*/ 989094 h 1208088"/>
                    <a:gd name="csX21" fmla="*/ 323074 w 1304175"/>
                    <a:gd name="csY21" fmla="*/ 954390 h 1208088"/>
                    <a:gd name="csX22" fmla="*/ 305594 w 1304175"/>
                    <a:gd name="csY22" fmla="*/ 932539 h 1208088"/>
                    <a:gd name="csX23" fmla="*/ 300452 w 1304175"/>
                    <a:gd name="csY23" fmla="*/ 807348 h 1208088"/>
                    <a:gd name="csX24" fmla="*/ 357906 w 1304175"/>
                    <a:gd name="csY24" fmla="*/ 740511 h 1208088"/>
                    <a:gd name="csX25" fmla="*/ 413175 w 1304175"/>
                    <a:gd name="csY25" fmla="*/ 732542 h 1208088"/>
                    <a:gd name="csX26" fmla="*/ 413304 w 1304175"/>
                    <a:gd name="csY26" fmla="*/ 789482 h 1208088"/>
                    <a:gd name="csX27" fmla="*/ 364461 w 1304175"/>
                    <a:gd name="csY27" fmla="*/ 849893 h 1208088"/>
                    <a:gd name="csX28" fmla="*/ 375258 w 1304175"/>
                    <a:gd name="csY28" fmla="*/ 920457 h 1208088"/>
                    <a:gd name="csX29" fmla="*/ 449036 w 1304175"/>
                    <a:gd name="csY29" fmla="*/ 828299 h 1208088"/>
                    <a:gd name="csX30" fmla="*/ 487724 w 1304175"/>
                    <a:gd name="csY30" fmla="*/ 788325 h 1208088"/>
                    <a:gd name="csX31" fmla="*/ 530140 w 1304175"/>
                    <a:gd name="csY31" fmla="*/ 791667 h 1208088"/>
                    <a:gd name="csX32" fmla="*/ 535924 w 1304175"/>
                    <a:gd name="csY32" fmla="*/ 833440 h 1208088"/>
                    <a:gd name="csX33" fmla="*/ 468573 w 1304175"/>
                    <a:gd name="csY33" fmla="*/ 924056 h 1208088"/>
                    <a:gd name="csX34" fmla="*/ 451992 w 1304175"/>
                    <a:gd name="csY34" fmla="*/ 950662 h 1208088"/>
                    <a:gd name="csX35" fmla="*/ 462660 w 1304175"/>
                    <a:gd name="csY35" fmla="*/ 983695 h 1208088"/>
                    <a:gd name="csX36" fmla="*/ 489524 w 1304175"/>
                    <a:gd name="csY36" fmla="*/ 975598 h 1208088"/>
                    <a:gd name="csX37" fmla="*/ 576541 w 1304175"/>
                    <a:gd name="csY37" fmla="*/ 868916 h 1208088"/>
                    <a:gd name="csX38" fmla="*/ 608417 w 1304175"/>
                    <a:gd name="csY38" fmla="*/ 837039 h 1208088"/>
                    <a:gd name="csX39" fmla="*/ 654560 w 1304175"/>
                    <a:gd name="csY39" fmla="*/ 839867 h 1208088"/>
                    <a:gd name="csX40" fmla="*/ 659187 w 1304175"/>
                    <a:gd name="csY40" fmla="*/ 885239 h 1208088"/>
                    <a:gd name="csX41" fmla="*/ 560217 w 1304175"/>
                    <a:gd name="csY41" fmla="*/ 1009273 h 1208088"/>
                    <a:gd name="csX42" fmla="*/ 575255 w 1304175"/>
                    <a:gd name="csY42" fmla="*/ 1064157 h 1208088"/>
                    <a:gd name="csX43" fmla="*/ 653146 w 1304175"/>
                    <a:gd name="csY43" fmla="*/ 975469 h 1208088"/>
                    <a:gd name="csX44" fmla="*/ 675896 w 1304175"/>
                    <a:gd name="csY44" fmla="*/ 954518 h 1208088"/>
                    <a:gd name="csX45" fmla="*/ 719083 w 1304175"/>
                    <a:gd name="csY45" fmla="*/ 957603 h 1208088"/>
                    <a:gd name="csX46" fmla="*/ 723710 w 1304175"/>
                    <a:gd name="csY46" fmla="*/ 1000790 h 1208088"/>
                    <a:gd name="csX47" fmla="*/ 659187 w 1304175"/>
                    <a:gd name="csY47" fmla="*/ 1079581 h 1208088"/>
                    <a:gd name="csX48" fmla="*/ 673840 w 1304175"/>
                    <a:gd name="csY48" fmla="*/ 1139477 h 1208088"/>
                    <a:gd name="csX49" fmla="*/ 775252 w 1304175"/>
                    <a:gd name="csY49" fmla="*/ 1023669 h 1208088"/>
                    <a:gd name="csX50" fmla="*/ 737592 w 1304175"/>
                    <a:gd name="csY50" fmla="*/ 913902 h 1208088"/>
                    <a:gd name="csX51" fmla="*/ 717155 w 1304175"/>
                    <a:gd name="csY51" fmla="*/ 874057 h 1208088"/>
                    <a:gd name="csX52" fmla="*/ 604946 w 1304175"/>
                    <a:gd name="csY52" fmla="*/ 777400 h 1208088"/>
                    <a:gd name="csX53" fmla="*/ 571913 w 1304175"/>
                    <a:gd name="csY53" fmla="*/ 762362 h 1208088"/>
                    <a:gd name="csX54" fmla="*/ 474485 w 1304175"/>
                    <a:gd name="csY54" fmla="*/ 730229 h 1208088"/>
                    <a:gd name="csX55" fmla="*/ 262278 w 1304175"/>
                    <a:gd name="csY55" fmla="*/ 538329 h 1208088"/>
                    <a:gd name="csX56" fmla="*/ 120506 w 1304175"/>
                    <a:gd name="csY56" fmla="*/ 406840 h 1208088"/>
                    <a:gd name="csX57" fmla="*/ 81047 w 1304175"/>
                    <a:gd name="csY57" fmla="*/ 390645 h 1208088"/>
                    <a:gd name="csX58" fmla="*/ 101098 w 1304175"/>
                    <a:gd name="csY58" fmla="*/ 433575 h 1208088"/>
                    <a:gd name="csX59" fmla="*/ 313177 w 1304175"/>
                    <a:gd name="csY59" fmla="*/ 639356 h 1208088"/>
                    <a:gd name="csX60" fmla="*/ 299038 w 1304175"/>
                    <a:gd name="csY60" fmla="*/ 725473 h 1208088"/>
                    <a:gd name="csX61" fmla="*/ 116136 w 1304175"/>
                    <a:gd name="csY61" fmla="*/ 547584 h 1208088"/>
                    <a:gd name="csX62" fmla="*/ 19094 w 1304175"/>
                    <a:gd name="csY62" fmla="*/ 455683 h 1208088"/>
                    <a:gd name="csX63" fmla="*/ 10482 w 1304175"/>
                    <a:gd name="csY63" fmla="*/ 385118 h 1208088"/>
                    <a:gd name="csX64" fmla="*/ 245440 w 1304175"/>
                    <a:gd name="csY64" fmla="*/ 26897 h 1208088"/>
                    <a:gd name="csX65" fmla="*/ 319347 w 1304175"/>
                    <a:gd name="csY65" fmla="*/ 14430 h 1208088"/>
                    <a:gd name="csX66" fmla="*/ 452249 w 1304175"/>
                    <a:gd name="csY66" fmla="*/ 98619 h 1208088"/>
                    <a:gd name="csX67" fmla="*/ 544279 w 1304175"/>
                    <a:gd name="csY67" fmla="*/ 106973 h 1208088"/>
                    <a:gd name="csX68" fmla="*/ 735150 w 1304175"/>
                    <a:gd name="csY68" fmla="*/ 94763 h 1208088"/>
                    <a:gd name="csX69" fmla="*/ 753273 w 1304175"/>
                    <a:gd name="csY69" fmla="*/ 104145 h 1208088"/>
                    <a:gd name="csX70" fmla="*/ 728209 w 1304175"/>
                    <a:gd name="csY70" fmla="*/ 115842 h 1208088"/>
                    <a:gd name="csX71" fmla="*/ 599676 w 1304175"/>
                    <a:gd name="csY71" fmla="*/ 204015 h 1208088"/>
                    <a:gd name="csX72" fmla="*/ 493123 w 1304175"/>
                    <a:gd name="csY72" fmla="*/ 219054 h 1208088"/>
                    <a:gd name="csX73" fmla="*/ 423072 w 1304175"/>
                    <a:gd name="csY73" fmla="*/ 180108 h 1208088"/>
                    <a:gd name="csX74" fmla="*/ 393638 w 1304175"/>
                    <a:gd name="csY74" fmla="*/ 179466 h 1208088"/>
                    <a:gd name="csX75" fmla="*/ 404821 w 1304175"/>
                    <a:gd name="csY75" fmla="*/ 210185 h 1208088"/>
                    <a:gd name="csX76" fmla="*/ 526927 w 1304175"/>
                    <a:gd name="csY76" fmla="*/ 281264 h 1208088"/>
                    <a:gd name="csX77" fmla="*/ 449679 w 1304175"/>
                    <a:gd name="csY77" fmla="*/ 379720 h 1208088"/>
                    <a:gd name="csX78" fmla="*/ 462146 w 1304175"/>
                    <a:gd name="csY78" fmla="*/ 605937 h 1208088"/>
                    <a:gd name="csX79" fmla="*/ 689135 w 1304175"/>
                    <a:gd name="csY79" fmla="*/ 624703 h 1208088"/>
                    <a:gd name="csX80" fmla="*/ 809570 w 1304175"/>
                    <a:gd name="csY80" fmla="*/ 497070 h 1208088"/>
                    <a:gd name="csX81" fmla="*/ 843375 w 1304175"/>
                    <a:gd name="csY81" fmla="*/ 479718 h 1208088"/>
                    <a:gd name="csX82" fmla="*/ 992601 w 1304175"/>
                    <a:gd name="csY82" fmla="*/ 539872 h 1208088"/>
                    <a:gd name="csX83" fmla="*/ 1278072 w 1304175"/>
                    <a:gd name="csY83" fmla="*/ 832155 h 1208088"/>
                    <a:gd name="csX84" fmla="*/ 1304036 w 1304175"/>
                    <a:gd name="csY84" fmla="*/ 889995 h 1208088"/>
                    <a:gd name="csX85" fmla="*/ 1226145 w 1304175"/>
                    <a:gd name="csY85" fmla="*/ 911974 h 1208088"/>
                    <a:gd name="csX86" fmla="*/ 1030518 w 1304175"/>
                    <a:gd name="csY86" fmla="*/ 724573 h 1208088"/>
                    <a:gd name="csX87" fmla="*/ 974221 w 1304175"/>
                    <a:gd name="csY87" fmla="*/ 671489 h 1208088"/>
                    <a:gd name="csX88" fmla="*/ 945173 w 1304175"/>
                    <a:gd name="csY88" fmla="*/ 663906 h 1208088"/>
                    <a:gd name="csX89" fmla="*/ 952242 w 1304175"/>
                    <a:gd name="csY89" fmla="*/ 696553 h 1208088"/>
                    <a:gd name="csX90" fmla="*/ 1129231 w 1304175"/>
                    <a:gd name="csY90" fmla="*/ 873029 h 1208088"/>
                    <a:gd name="csX91" fmla="*/ 1182830 w 1304175"/>
                    <a:gd name="csY91" fmla="*/ 928940 h 1208088"/>
                    <a:gd name="csX92" fmla="*/ 1190542 w 1304175"/>
                    <a:gd name="csY92" fmla="*/ 1008374 h 1208088"/>
                    <a:gd name="csX93" fmla="*/ 1117406 w 1304175"/>
                    <a:gd name="csY93" fmla="*/ 998862 h 1208088"/>
                    <a:gd name="csX94" fmla="*/ 912654 w 1304175"/>
                    <a:gd name="csY94" fmla="*/ 790125 h 1208088"/>
                    <a:gd name="csX95" fmla="*/ 886176 w 1304175"/>
                    <a:gd name="csY95" fmla="*/ 754136 h 1208088"/>
                    <a:gd name="csX96" fmla="*/ 194413 w 1304175"/>
                    <a:gd name="csY96" fmla="*/ 216098 h 1208088"/>
                    <a:gd name="csX97" fmla="*/ 357649 w 1304175"/>
                    <a:gd name="csY97" fmla="*/ 320080 h 1208088"/>
                    <a:gd name="csX98" fmla="*/ 381299 w 1304175"/>
                    <a:gd name="csY98" fmla="*/ 315325 h 1208088"/>
                    <a:gd name="csX99" fmla="*/ 373330 w 1304175"/>
                    <a:gd name="csY99" fmla="*/ 285248 h 1208088"/>
                    <a:gd name="csX100" fmla="*/ 214978 w 1304175"/>
                    <a:gd name="csY100" fmla="*/ 187178 h 1208088"/>
                    <a:gd name="csX101" fmla="*/ 194413 w 1304175"/>
                    <a:gd name="csY101" fmla="*/ 216226 h 1208088"/>
                    <a:gd name="csX102" fmla="*/ 129504 w 1304175"/>
                    <a:gd name="csY102" fmla="*/ 312497 h 1208088"/>
                    <a:gd name="csX103" fmla="*/ 198783 w 1304175"/>
                    <a:gd name="csY103" fmla="*/ 364039 h 1208088"/>
                    <a:gd name="csX104" fmla="*/ 234386 w 1304175"/>
                    <a:gd name="csY104" fmla="*/ 364296 h 1208088"/>
                    <a:gd name="csX105" fmla="*/ 219605 w 1304175"/>
                    <a:gd name="csY105" fmla="*/ 335890 h 1208088"/>
                    <a:gd name="csX106" fmla="*/ 169349 w 1304175"/>
                    <a:gd name="csY106" fmla="*/ 298487 h 1208088"/>
                    <a:gd name="csX107" fmla="*/ 129504 w 1304175"/>
                    <a:gd name="csY107" fmla="*/ 312626 h 1208088"/>
                    <a:gd name="csX108" fmla="*/ 358806 w 1304175"/>
                    <a:gd name="csY108" fmla="*/ 469821 h 1208088"/>
                    <a:gd name="csX109" fmla="*/ 363433 w 1304175"/>
                    <a:gd name="csY109" fmla="*/ 429847 h 1208088"/>
                    <a:gd name="csX110" fmla="*/ 303665 w 1304175"/>
                    <a:gd name="csY110" fmla="*/ 388846 h 1208088"/>
                    <a:gd name="csX111" fmla="*/ 283871 w 1304175"/>
                    <a:gd name="csY111" fmla="*/ 403370 h 1208088"/>
                    <a:gd name="csX112" fmla="*/ 290170 w 1304175"/>
                    <a:gd name="csY112" fmla="*/ 423035 h 1208088"/>
                    <a:gd name="csX113" fmla="*/ 358806 w 1304175"/>
                    <a:gd name="csY113" fmla="*/ 469950 h 1208088"/>
                    <a:gd name="csX114" fmla="*/ 744404 w 1304175"/>
                    <a:gd name="csY114" fmla="*/ 653366 h 1208088"/>
                    <a:gd name="csX115" fmla="*/ 741448 w 1304175"/>
                    <a:gd name="csY115" fmla="*/ 695910 h 1208088"/>
                    <a:gd name="csX116" fmla="*/ 791704 w 1304175"/>
                    <a:gd name="csY116" fmla="*/ 722131 h 1208088"/>
                    <a:gd name="csX117" fmla="*/ 808928 w 1304175"/>
                    <a:gd name="csY117" fmla="*/ 704008 h 1208088"/>
                    <a:gd name="csX118" fmla="*/ 798902 w 1304175"/>
                    <a:gd name="csY118" fmla="*/ 685114 h 1208088"/>
                    <a:gd name="csX119" fmla="*/ 744404 w 1304175"/>
                    <a:gd name="csY119" fmla="*/ 653366 h 1208088"/>
                    <a:gd name="csX120" fmla="*/ 314334 w 1304175"/>
                    <a:gd name="csY120" fmla="*/ 151831 h 1208088"/>
                    <a:gd name="csX121" fmla="*/ 335542 w 1304175"/>
                    <a:gd name="csY121" fmla="*/ 121883 h 1208088"/>
                    <a:gd name="csX122" fmla="*/ 287470 w 1304175"/>
                    <a:gd name="csY122" fmla="*/ 81652 h 1208088"/>
                    <a:gd name="csX123" fmla="*/ 269090 w 1304175"/>
                    <a:gd name="csY123" fmla="*/ 104788 h 1208088"/>
                    <a:gd name="csX124" fmla="*/ 314205 w 1304175"/>
                    <a:gd name="csY124" fmla="*/ 151960 h 1208088"/>
                    <a:gd name="csX125" fmla="*/ 836819 w 1304175"/>
                    <a:gd name="csY125" fmla="*/ 561208 h 1208088"/>
                    <a:gd name="csX126" fmla="*/ 841061 w 1304175"/>
                    <a:gd name="csY126" fmla="*/ 616220 h 1208088"/>
                    <a:gd name="csX127" fmla="*/ 883605 w 1304175"/>
                    <a:gd name="csY127" fmla="*/ 604009 h 1208088"/>
                    <a:gd name="csX128" fmla="*/ 836819 w 1304175"/>
                    <a:gd name="csY128" fmla="*/ 561208 h 12080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Lst>
                  <a:rect l="l" t="t" r="r" b="b"/>
                  <a:pathLst>
                    <a:path w="1304175" h="1208088">
                      <a:moveTo>
                        <a:pt x="886176" y="754650"/>
                      </a:moveTo>
                      <a:cubicBezTo>
                        <a:pt x="846588" y="774958"/>
                        <a:pt x="859313" y="790253"/>
                        <a:pt x="874994" y="805934"/>
                      </a:cubicBezTo>
                      <a:cubicBezTo>
                        <a:pt x="936432" y="867245"/>
                        <a:pt x="997871" y="928683"/>
                        <a:pt x="1058924" y="990250"/>
                      </a:cubicBezTo>
                      <a:cubicBezTo>
                        <a:pt x="1069592" y="1001047"/>
                        <a:pt x="1080132" y="1012487"/>
                        <a:pt x="1088358" y="1025211"/>
                      </a:cubicBezTo>
                      <a:cubicBezTo>
                        <a:pt x="1104039" y="1049247"/>
                        <a:pt x="1102368" y="1072511"/>
                        <a:pt x="1079746" y="1091534"/>
                      </a:cubicBezTo>
                      <a:cubicBezTo>
                        <a:pt x="1057767" y="1109914"/>
                        <a:pt x="1039516" y="1100403"/>
                        <a:pt x="1021907" y="1082666"/>
                      </a:cubicBezTo>
                      <a:cubicBezTo>
                        <a:pt x="932705" y="992693"/>
                        <a:pt x="843375" y="902848"/>
                        <a:pt x="753659" y="813261"/>
                      </a:cubicBezTo>
                      <a:cubicBezTo>
                        <a:pt x="745304" y="804906"/>
                        <a:pt x="734636" y="799122"/>
                        <a:pt x="725124" y="792181"/>
                      </a:cubicBezTo>
                      <a:cubicBezTo>
                        <a:pt x="721525" y="795138"/>
                        <a:pt x="718055" y="797965"/>
                        <a:pt x="714456" y="800922"/>
                      </a:cubicBezTo>
                      <a:cubicBezTo>
                        <a:pt x="722168" y="814161"/>
                        <a:pt x="727566" y="829584"/>
                        <a:pt x="737849" y="840124"/>
                      </a:cubicBezTo>
                      <a:cubicBezTo>
                        <a:pt x="821138" y="926113"/>
                        <a:pt x="905199" y="1011330"/>
                        <a:pt x="989388" y="1096547"/>
                      </a:cubicBezTo>
                      <a:cubicBezTo>
                        <a:pt x="1008796" y="1116084"/>
                        <a:pt x="1021135" y="1136135"/>
                        <a:pt x="997614" y="1160428"/>
                      </a:cubicBezTo>
                      <a:cubicBezTo>
                        <a:pt x="973707" y="1185235"/>
                        <a:pt x="951342" y="1173795"/>
                        <a:pt x="930905" y="1154387"/>
                      </a:cubicBezTo>
                      <a:cubicBezTo>
                        <a:pt x="913039" y="1137421"/>
                        <a:pt x="895687" y="1119940"/>
                        <a:pt x="878721" y="1101946"/>
                      </a:cubicBezTo>
                      <a:cubicBezTo>
                        <a:pt x="853786" y="1075339"/>
                        <a:pt x="830393" y="1079581"/>
                        <a:pt x="807514" y="1104387"/>
                      </a:cubicBezTo>
                      <a:cubicBezTo>
                        <a:pt x="786820" y="1126881"/>
                        <a:pt x="767026" y="1150274"/>
                        <a:pt x="745433" y="1171739"/>
                      </a:cubicBezTo>
                      <a:cubicBezTo>
                        <a:pt x="692863" y="1224052"/>
                        <a:pt x="655845" y="1219681"/>
                        <a:pt x="610345" y="1160042"/>
                      </a:cubicBezTo>
                      <a:cubicBezTo>
                        <a:pt x="601861" y="1148860"/>
                        <a:pt x="586566" y="1141019"/>
                        <a:pt x="572942" y="1136778"/>
                      </a:cubicBezTo>
                      <a:cubicBezTo>
                        <a:pt x="535410" y="1125081"/>
                        <a:pt x="513174" y="1098218"/>
                        <a:pt x="497750" y="1063129"/>
                      </a:cubicBezTo>
                      <a:cubicBezTo>
                        <a:pt x="454691" y="1066985"/>
                        <a:pt x="429628" y="1041278"/>
                        <a:pt x="408034" y="1008374"/>
                      </a:cubicBezTo>
                      <a:cubicBezTo>
                        <a:pt x="402636" y="1000147"/>
                        <a:pt x="392996" y="994235"/>
                        <a:pt x="384256" y="989094"/>
                      </a:cubicBezTo>
                      <a:cubicBezTo>
                        <a:pt x="364076" y="977140"/>
                        <a:pt x="342868" y="966986"/>
                        <a:pt x="323074" y="954390"/>
                      </a:cubicBezTo>
                      <a:cubicBezTo>
                        <a:pt x="315748" y="949634"/>
                        <a:pt x="312020" y="939223"/>
                        <a:pt x="305594" y="932539"/>
                      </a:cubicBezTo>
                      <a:cubicBezTo>
                        <a:pt x="255594" y="881512"/>
                        <a:pt x="254566" y="863774"/>
                        <a:pt x="300452" y="807348"/>
                      </a:cubicBezTo>
                      <a:cubicBezTo>
                        <a:pt x="318961" y="784598"/>
                        <a:pt x="337727" y="761719"/>
                        <a:pt x="357906" y="740511"/>
                      </a:cubicBezTo>
                      <a:cubicBezTo>
                        <a:pt x="373459" y="724188"/>
                        <a:pt x="393124" y="714291"/>
                        <a:pt x="413175" y="732542"/>
                      </a:cubicBezTo>
                      <a:cubicBezTo>
                        <a:pt x="432327" y="750151"/>
                        <a:pt x="428599" y="770459"/>
                        <a:pt x="413304" y="789482"/>
                      </a:cubicBezTo>
                      <a:cubicBezTo>
                        <a:pt x="397109" y="809662"/>
                        <a:pt x="380657" y="829713"/>
                        <a:pt x="364461" y="849893"/>
                      </a:cubicBezTo>
                      <a:cubicBezTo>
                        <a:pt x="337470" y="883183"/>
                        <a:pt x="338112" y="888324"/>
                        <a:pt x="375258" y="920457"/>
                      </a:cubicBezTo>
                      <a:cubicBezTo>
                        <a:pt x="399808" y="889738"/>
                        <a:pt x="423972" y="858761"/>
                        <a:pt x="449036" y="828299"/>
                      </a:cubicBezTo>
                      <a:cubicBezTo>
                        <a:pt x="460990" y="813775"/>
                        <a:pt x="472300" y="796551"/>
                        <a:pt x="487724" y="788325"/>
                      </a:cubicBezTo>
                      <a:cubicBezTo>
                        <a:pt x="498907" y="782284"/>
                        <a:pt x="521143" y="783698"/>
                        <a:pt x="530140" y="791667"/>
                      </a:cubicBezTo>
                      <a:cubicBezTo>
                        <a:pt x="538238" y="798865"/>
                        <a:pt x="541837" y="823800"/>
                        <a:pt x="535924" y="833440"/>
                      </a:cubicBezTo>
                      <a:cubicBezTo>
                        <a:pt x="516259" y="865445"/>
                        <a:pt x="491323" y="893979"/>
                        <a:pt x="468573" y="924056"/>
                      </a:cubicBezTo>
                      <a:cubicBezTo>
                        <a:pt x="462275" y="932539"/>
                        <a:pt x="452764" y="941279"/>
                        <a:pt x="451992" y="950662"/>
                      </a:cubicBezTo>
                      <a:cubicBezTo>
                        <a:pt x="451093" y="961588"/>
                        <a:pt x="455848" y="975084"/>
                        <a:pt x="462660" y="983695"/>
                      </a:cubicBezTo>
                      <a:cubicBezTo>
                        <a:pt x="465103" y="986780"/>
                        <a:pt x="483997" y="982153"/>
                        <a:pt x="489524" y="975598"/>
                      </a:cubicBezTo>
                      <a:cubicBezTo>
                        <a:pt x="519472" y="940894"/>
                        <a:pt x="547364" y="904390"/>
                        <a:pt x="576541" y="868916"/>
                      </a:cubicBezTo>
                      <a:cubicBezTo>
                        <a:pt x="586180" y="857091"/>
                        <a:pt x="595692" y="841667"/>
                        <a:pt x="608417" y="837039"/>
                      </a:cubicBezTo>
                      <a:cubicBezTo>
                        <a:pt x="622427" y="831898"/>
                        <a:pt x="645048" y="831384"/>
                        <a:pt x="654560" y="839867"/>
                      </a:cubicBezTo>
                      <a:cubicBezTo>
                        <a:pt x="663172" y="847579"/>
                        <a:pt x="666128" y="875599"/>
                        <a:pt x="659187" y="885239"/>
                      </a:cubicBezTo>
                      <a:cubicBezTo>
                        <a:pt x="628596" y="928426"/>
                        <a:pt x="593507" y="968143"/>
                        <a:pt x="560217" y="1009273"/>
                      </a:cubicBezTo>
                      <a:cubicBezTo>
                        <a:pt x="535282" y="1039993"/>
                        <a:pt x="535796" y="1041921"/>
                        <a:pt x="575255" y="1064157"/>
                      </a:cubicBezTo>
                      <a:cubicBezTo>
                        <a:pt x="600833" y="1034980"/>
                        <a:pt x="626925" y="1005032"/>
                        <a:pt x="653146" y="975469"/>
                      </a:cubicBezTo>
                      <a:cubicBezTo>
                        <a:pt x="660087" y="967629"/>
                        <a:pt x="667285" y="956318"/>
                        <a:pt x="675896" y="954518"/>
                      </a:cubicBezTo>
                      <a:cubicBezTo>
                        <a:pt x="690163" y="951562"/>
                        <a:pt x="710600" y="949506"/>
                        <a:pt x="719083" y="957603"/>
                      </a:cubicBezTo>
                      <a:cubicBezTo>
                        <a:pt x="727181" y="965444"/>
                        <a:pt x="730009" y="990893"/>
                        <a:pt x="723710" y="1000790"/>
                      </a:cubicBezTo>
                      <a:cubicBezTo>
                        <a:pt x="705459" y="1029324"/>
                        <a:pt x="683094" y="1055674"/>
                        <a:pt x="659187" y="1079581"/>
                      </a:cubicBezTo>
                      <a:cubicBezTo>
                        <a:pt x="634380" y="1104387"/>
                        <a:pt x="637208" y="1121097"/>
                        <a:pt x="673840" y="1139477"/>
                      </a:cubicBezTo>
                      <a:cubicBezTo>
                        <a:pt x="706744" y="1102460"/>
                        <a:pt x="743890" y="1065442"/>
                        <a:pt x="775252" y="1023669"/>
                      </a:cubicBezTo>
                      <a:cubicBezTo>
                        <a:pt x="796846" y="994878"/>
                        <a:pt x="777437" y="941665"/>
                        <a:pt x="737592" y="913902"/>
                      </a:cubicBezTo>
                      <a:cubicBezTo>
                        <a:pt x="721783" y="902848"/>
                        <a:pt x="716770" y="892694"/>
                        <a:pt x="717155" y="874057"/>
                      </a:cubicBezTo>
                      <a:cubicBezTo>
                        <a:pt x="718569" y="812875"/>
                        <a:pt x="664200" y="768146"/>
                        <a:pt x="604946" y="777400"/>
                      </a:cubicBezTo>
                      <a:cubicBezTo>
                        <a:pt x="594664" y="778943"/>
                        <a:pt x="579882" y="770845"/>
                        <a:pt x="571913" y="762362"/>
                      </a:cubicBezTo>
                      <a:cubicBezTo>
                        <a:pt x="544407" y="733442"/>
                        <a:pt x="516259" y="710949"/>
                        <a:pt x="474485" y="730229"/>
                      </a:cubicBezTo>
                      <a:cubicBezTo>
                        <a:pt x="403278" y="665834"/>
                        <a:pt x="332457" y="602467"/>
                        <a:pt x="262278" y="538329"/>
                      </a:cubicBezTo>
                      <a:cubicBezTo>
                        <a:pt x="214721" y="494885"/>
                        <a:pt x="168578" y="449642"/>
                        <a:pt x="120506" y="406840"/>
                      </a:cubicBezTo>
                      <a:cubicBezTo>
                        <a:pt x="110352" y="397843"/>
                        <a:pt x="94414" y="395915"/>
                        <a:pt x="81047" y="390645"/>
                      </a:cubicBezTo>
                      <a:cubicBezTo>
                        <a:pt x="87602" y="405169"/>
                        <a:pt x="90687" y="423292"/>
                        <a:pt x="101098" y="433575"/>
                      </a:cubicBezTo>
                      <a:cubicBezTo>
                        <a:pt x="171020" y="502983"/>
                        <a:pt x="243127" y="570077"/>
                        <a:pt x="313177" y="639356"/>
                      </a:cubicBezTo>
                      <a:cubicBezTo>
                        <a:pt x="354179" y="679844"/>
                        <a:pt x="352251" y="687042"/>
                        <a:pt x="299038" y="725473"/>
                      </a:cubicBezTo>
                      <a:cubicBezTo>
                        <a:pt x="238499" y="666476"/>
                        <a:pt x="177446" y="606837"/>
                        <a:pt x="116136" y="547584"/>
                      </a:cubicBezTo>
                      <a:cubicBezTo>
                        <a:pt x="84131" y="516607"/>
                        <a:pt x="51741" y="485888"/>
                        <a:pt x="19094" y="455683"/>
                      </a:cubicBezTo>
                      <a:cubicBezTo>
                        <a:pt x="-4042" y="434346"/>
                        <a:pt x="-5199" y="409411"/>
                        <a:pt x="10482" y="385118"/>
                      </a:cubicBezTo>
                      <a:cubicBezTo>
                        <a:pt x="88116" y="265197"/>
                        <a:pt x="166135" y="145662"/>
                        <a:pt x="245440" y="26897"/>
                      </a:cubicBezTo>
                      <a:cubicBezTo>
                        <a:pt x="267291" y="-5879"/>
                        <a:pt x="285414" y="-7035"/>
                        <a:pt x="319347" y="14430"/>
                      </a:cubicBezTo>
                      <a:cubicBezTo>
                        <a:pt x="363690" y="42450"/>
                        <a:pt x="408420" y="69699"/>
                        <a:pt x="452249" y="98619"/>
                      </a:cubicBezTo>
                      <a:cubicBezTo>
                        <a:pt x="482069" y="118284"/>
                        <a:pt x="512660" y="122654"/>
                        <a:pt x="544279" y="106973"/>
                      </a:cubicBezTo>
                      <a:cubicBezTo>
                        <a:pt x="606489" y="75868"/>
                        <a:pt x="670884" y="87051"/>
                        <a:pt x="735150" y="94763"/>
                      </a:cubicBezTo>
                      <a:cubicBezTo>
                        <a:pt x="740034" y="95405"/>
                        <a:pt x="744533" y="99518"/>
                        <a:pt x="753273" y="104145"/>
                      </a:cubicBezTo>
                      <a:cubicBezTo>
                        <a:pt x="742219" y="109287"/>
                        <a:pt x="734636" y="111600"/>
                        <a:pt x="728209" y="115842"/>
                      </a:cubicBezTo>
                      <a:cubicBezTo>
                        <a:pt x="685022" y="144633"/>
                        <a:pt x="639136" y="170468"/>
                        <a:pt x="599676" y="204015"/>
                      </a:cubicBezTo>
                      <a:cubicBezTo>
                        <a:pt x="564716" y="233964"/>
                        <a:pt x="532839" y="242961"/>
                        <a:pt x="493123" y="219054"/>
                      </a:cubicBezTo>
                      <a:cubicBezTo>
                        <a:pt x="470244" y="205172"/>
                        <a:pt x="447108" y="191548"/>
                        <a:pt x="423072" y="180108"/>
                      </a:cubicBezTo>
                      <a:cubicBezTo>
                        <a:pt x="414846" y="176252"/>
                        <a:pt x="403535" y="179466"/>
                        <a:pt x="393638" y="179466"/>
                      </a:cubicBezTo>
                      <a:cubicBezTo>
                        <a:pt x="397237" y="190005"/>
                        <a:pt x="397623" y="205686"/>
                        <a:pt x="404821" y="210185"/>
                      </a:cubicBezTo>
                      <a:cubicBezTo>
                        <a:pt x="444537" y="235377"/>
                        <a:pt x="485796" y="257742"/>
                        <a:pt x="526927" y="281264"/>
                      </a:cubicBezTo>
                      <a:cubicBezTo>
                        <a:pt x="503148" y="311597"/>
                        <a:pt x="475642" y="345016"/>
                        <a:pt x="449679" y="379720"/>
                      </a:cubicBezTo>
                      <a:cubicBezTo>
                        <a:pt x="394281" y="453626"/>
                        <a:pt x="399422" y="541543"/>
                        <a:pt x="462146" y="605937"/>
                      </a:cubicBezTo>
                      <a:cubicBezTo>
                        <a:pt x="524870" y="670461"/>
                        <a:pt x="623584" y="681515"/>
                        <a:pt x="689135" y="624703"/>
                      </a:cubicBezTo>
                      <a:cubicBezTo>
                        <a:pt x="732965" y="586658"/>
                        <a:pt x="768954" y="539100"/>
                        <a:pt x="809570" y="497070"/>
                      </a:cubicBezTo>
                      <a:cubicBezTo>
                        <a:pt x="818054" y="488330"/>
                        <a:pt x="831421" y="481903"/>
                        <a:pt x="843375" y="479718"/>
                      </a:cubicBezTo>
                      <a:cubicBezTo>
                        <a:pt x="904685" y="468407"/>
                        <a:pt x="949928" y="494114"/>
                        <a:pt x="992601" y="539872"/>
                      </a:cubicBezTo>
                      <a:cubicBezTo>
                        <a:pt x="1085530" y="639485"/>
                        <a:pt x="1183729" y="733956"/>
                        <a:pt x="1278072" y="832155"/>
                      </a:cubicBezTo>
                      <a:cubicBezTo>
                        <a:pt x="1292082" y="846679"/>
                        <a:pt x="1305707" y="871358"/>
                        <a:pt x="1304036" y="889995"/>
                      </a:cubicBezTo>
                      <a:cubicBezTo>
                        <a:pt x="1300180" y="932154"/>
                        <a:pt x="1259821" y="943207"/>
                        <a:pt x="1226145" y="911974"/>
                      </a:cubicBezTo>
                      <a:cubicBezTo>
                        <a:pt x="1159951" y="850535"/>
                        <a:pt x="1095556" y="787169"/>
                        <a:pt x="1030518" y="724573"/>
                      </a:cubicBezTo>
                      <a:cubicBezTo>
                        <a:pt x="1011881" y="706707"/>
                        <a:pt x="994144" y="687813"/>
                        <a:pt x="974221" y="671489"/>
                      </a:cubicBezTo>
                      <a:cubicBezTo>
                        <a:pt x="967152" y="665705"/>
                        <a:pt x="955069" y="666219"/>
                        <a:pt x="945173" y="663906"/>
                      </a:cubicBezTo>
                      <a:cubicBezTo>
                        <a:pt x="947358" y="674960"/>
                        <a:pt x="945687" y="689998"/>
                        <a:pt x="952242" y="696553"/>
                      </a:cubicBezTo>
                      <a:cubicBezTo>
                        <a:pt x="1010467" y="756192"/>
                        <a:pt x="1070106" y="814289"/>
                        <a:pt x="1129231" y="873029"/>
                      </a:cubicBezTo>
                      <a:cubicBezTo>
                        <a:pt x="1147483" y="891280"/>
                        <a:pt x="1165606" y="909789"/>
                        <a:pt x="1182830" y="928940"/>
                      </a:cubicBezTo>
                      <a:cubicBezTo>
                        <a:pt x="1207508" y="956575"/>
                        <a:pt x="1210079" y="987294"/>
                        <a:pt x="1190542" y="1008374"/>
                      </a:cubicBezTo>
                      <a:cubicBezTo>
                        <a:pt x="1171776" y="1028553"/>
                        <a:pt x="1145555" y="1026882"/>
                        <a:pt x="1117406" y="998862"/>
                      </a:cubicBezTo>
                      <a:cubicBezTo>
                        <a:pt x="1048384" y="930097"/>
                        <a:pt x="980519" y="860175"/>
                        <a:pt x="912654" y="790125"/>
                      </a:cubicBezTo>
                      <a:cubicBezTo>
                        <a:pt x="902114" y="779200"/>
                        <a:pt x="894402" y="765575"/>
                        <a:pt x="886176" y="754136"/>
                      </a:cubicBezTo>
                      <a:close/>
                      <a:moveTo>
                        <a:pt x="194413" y="216098"/>
                      </a:moveTo>
                      <a:cubicBezTo>
                        <a:pt x="249939" y="251830"/>
                        <a:pt x="303408" y="286662"/>
                        <a:pt x="357649" y="320080"/>
                      </a:cubicBezTo>
                      <a:cubicBezTo>
                        <a:pt x="362791" y="323294"/>
                        <a:pt x="373330" y="317124"/>
                        <a:pt x="381299" y="315325"/>
                      </a:cubicBezTo>
                      <a:cubicBezTo>
                        <a:pt x="378857" y="305042"/>
                        <a:pt x="379628" y="289361"/>
                        <a:pt x="373330" y="285248"/>
                      </a:cubicBezTo>
                      <a:cubicBezTo>
                        <a:pt x="321917" y="251701"/>
                        <a:pt x="269219" y="220339"/>
                        <a:pt x="214978" y="187178"/>
                      </a:cubicBezTo>
                      <a:cubicBezTo>
                        <a:pt x="208808" y="195918"/>
                        <a:pt x="203024" y="204144"/>
                        <a:pt x="194413" y="216226"/>
                      </a:cubicBezTo>
                      <a:close/>
                      <a:moveTo>
                        <a:pt x="129504" y="312497"/>
                      </a:moveTo>
                      <a:cubicBezTo>
                        <a:pt x="153925" y="331134"/>
                        <a:pt x="175004" y="349772"/>
                        <a:pt x="198783" y="364039"/>
                      </a:cubicBezTo>
                      <a:cubicBezTo>
                        <a:pt x="207651" y="369437"/>
                        <a:pt x="222433" y="364424"/>
                        <a:pt x="234386" y="364296"/>
                      </a:cubicBezTo>
                      <a:cubicBezTo>
                        <a:pt x="229631" y="354656"/>
                        <a:pt x="226931" y="342445"/>
                        <a:pt x="219605" y="335890"/>
                      </a:cubicBezTo>
                      <a:cubicBezTo>
                        <a:pt x="204053" y="322009"/>
                        <a:pt x="184773" y="312497"/>
                        <a:pt x="169349" y="298487"/>
                      </a:cubicBezTo>
                      <a:cubicBezTo>
                        <a:pt x="148141" y="279207"/>
                        <a:pt x="137601" y="286405"/>
                        <a:pt x="129504" y="312626"/>
                      </a:cubicBezTo>
                      <a:close/>
                      <a:moveTo>
                        <a:pt x="358806" y="469821"/>
                      </a:moveTo>
                      <a:cubicBezTo>
                        <a:pt x="361248" y="452084"/>
                        <a:pt x="368189" y="434218"/>
                        <a:pt x="363433" y="429847"/>
                      </a:cubicBezTo>
                      <a:cubicBezTo>
                        <a:pt x="345696" y="413395"/>
                        <a:pt x="324745" y="400542"/>
                        <a:pt x="303665" y="388846"/>
                      </a:cubicBezTo>
                      <a:cubicBezTo>
                        <a:pt x="300195" y="386918"/>
                        <a:pt x="287856" y="396429"/>
                        <a:pt x="283871" y="403370"/>
                      </a:cubicBezTo>
                      <a:cubicBezTo>
                        <a:pt x="281558" y="407483"/>
                        <a:pt x="285542" y="419436"/>
                        <a:pt x="290170" y="423035"/>
                      </a:cubicBezTo>
                      <a:cubicBezTo>
                        <a:pt x="310221" y="438202"/>
                        <a:pt x="331686" y="451698"/>
                        <a:pt x="358806" y="469950"/>
                      </a:cubicBezTo>
                      <a:close/>
                      <a:moveTo>
                        <a:pt x="744404" y="653366"/>
                      </a:moveTo>
                      <a:cubicBezTo>
                        <a:pt x="742733" y="671618"/>
                        <a:pt x="735921" y="690898"/>
                        <a:pt x="741448" y="695910"/>
                      </a:cubicBezTo>
                      <a:cubicBezTo>
                        <a:pt x="755072" y="708507"/>
                        <a:pt x="773838" y="715833"/>
                        <a:pt x="791704" y="722131"/>
                      </a:cubicBezTo>
                      <a:cubicBezTo>
                        <a:pt x="795432" y="723416"/>
                        <a:pt x="806357" y="711591"/>
                        <a:pt x="808928" y="704008"/>
                      </a:cubicBezTo>
                      <a:cubicBezTo>
                        <a:pt x="810599" y="699381"/>
                        <a:pt x="804301" y="688841"/>
                        <a:pt x="798902" y="685114"/>
                      </a:cubicBezTo>
                      <a:cubicBezTo>
                        <a:pt x="783864" y="674702"/>
                        <a:pt x="767412" y="666476"/>
                        <a:pt x="744404" y="653366"/>
                      </a:cubicBezTo>
                      <a:close/>
                      <a:moveTo>
                        <a:pt x="314334" y="151831"/>
                      </a:moveTo>
                      <a:cubicBezTo>
                        <a:pt x="324616" y="137435"/>
                        <a:pt x="336570" y="122911"/>
                        <a:pt x="335542" y="121883"/>
                      </a:cubicBezTo>
                      <a:cubicBezTo>
                        <a:pt x="320760" y="106973"/>
                        <a:pt x="304565" y="93606"/>
                        <a:pt x="287470" y="81652"/>
                      </a:cubicBezTo>
                      <a:cubicBezTo>
                        <a:pt x="286699" y="81138"/>
                        <a:pt x="267805" y="103117"/>
                        <a:pt x="269090" y="104788"/>
                      </a:cubicBezTo>
                      <a:cubicBezTo>
                        <a:pt x="281172" y="120212"/>
                        <a:pt x="295825" y="133579"/>
                        <a:pt x="314205" y="151960"/>
                      </a:cubicBezTo>
                      <a:close/>
                      <a:moveTo>
                        <a:pt x="836819" y="561208"/>
                      </a:moveTo>
                      <a:cubicBezTo>
                        <a:pt x="824994" y="586658"/>
                        <a:pt x="820624" y="605809"/>
                        <a:pt x="841061" y="616220"/>
                      </a:cubicBezTo>
                      <a:cubicBezTo>
                        <a:pt x="849159" y="620333"/>
                        <a:pt x="864325" y="610051"/>
                        <a:pt x="883605" y="604009"/>
                      </a:cubicBezTo>
                      <a:cubicBezTo>
                        <a:pt x="864325" y="586400"/>
                        <a:pt x="853015" y="575989"/>
                        <a:pt x="836819" y="561208"/>
                      </a:cubicBezTo>
                      <a:close/>
                    </a:path>
                  </a:pathLst>
                </a:custGeom>
                <a:solidFill>
                  <a:srgbClr val="114C8E"/>
                </a:solidFill>
                <a:ln w="0" cap="flat">
                  <a:noFill/>
                  <a:prstDash val="solid"/>
                  <a:miter/>
                </a:ln>
              </p:spPr>
              <p:txBody>
                <a:bodyPr/>
                <a:lstStyle/>
                <a:p>
                  <a:endParaRPr lang="pt-BR"/>
                </a:p>
              </p:txBody>
            </p:sp>
            <p:sp>
              <p:nvSpPr>
                <p:cNvPr id="8" name="Forma Livre: Forma 7">
                  <a:extLst>
                    <a:ext uri="{FF2B5EF4-FFF2-40B4-BE49-F238E27FC236}">
                      <a16:creationId xmlns:a16="http://schemas.microsoft.com/office/drawing/2014/main" id="{56FA6830-66D5-5182-003C-5E38ADE28311}"/>
                    </a:ext>
                  </a:extLst>
                </p:cNvPr>
                <p:cNvSpPr/>
                <p:nvPr/>
              </p:nvSpPr>
              <p:spPr>
                <a:xfrm>
                  <a:off x="2962276" y="6197478"/>
                  <a:ext cx="1626925" cy="898822"/>
                </a:xfrm>
                <a:custGeom>
                  <a:avLst/>
                  <a:gdLst>
                    <a:gd name="csX0" fmla="*/ 350050 w 1626925"/>
                    <a:gd name="csY0" fmla="*/ 785978 h 898822"/>
                    <a:gd name="csX1" fmla="*/ 199153 w 1626925"/>
                    <a:gd name="csY1" fmla="*/ 823381 h 898822"/>
                    <a:gd name="csX2" fmla="*/ 159565 w 1626925"/>
                    <a:gd name="csY2" fmla="*/ 813613 h 898822"/>
                    <a:gd name="csX3" fmla="*/ 175374 w 1626925"/>
                    <a:gd name="csY3" fmla="*/ 765670 h 898822"/>
                    <a:gd name="csX4" fmla="*/ 247096 w 1626925"/>
                    <a:gd name="csY4" fmla="*/ 741891 h 898822"/>
                    <a:gd name="csX5" fmla="*/ 321902 w 1626925"/>
                    <a:gd name="csY5" fmla="*/ 623898 h 898822"/>
                    <a:gd name="csX6" fmla="*/ 194654 w 1626925"/>
                    <a:gd name="csY6" fmla="*/ 648962 h 898822"/>
                    <a:gd name="csX7" fmla="*/ 136815 w 1626925"/>
                    <a:gd name="csY7" fmla="*/ 634566 h 898822"/>
                    <a:gd name="csX8" fmla="*/ 169333 w 1626925"/>
                    <a:gd name="csY8" fmla="*/ 580968 h 898822"/>
                    <a:gd name="csX9" fmla="*/ 297738 w 1626925"/>
                    <a:gd name="csY9" fmla="*/ 559375 h 898822"/>
                    <a:gd name="csX10" fmla="*/ 405062 w 1626925"/>
                    <a:gd name="csY10" fmla="*/ 515031 h 898822"/>
                    <a:gd name="csX11" fmla="*/ 582823 w 1626925"/>
                    <a:gd name="csY11" fmla="*/ 310407 h 898822"/>
                    <a:gd name="csX12" fmla="*/ 601460 w 1626925"/>
                    <a:gd name="csY12" fmla="*/ 279944 h 898822"/>
                    <a:gd name="csX13" fmla="*/ 468686 w 1626925"/>
                    <a:gd name="csY13" fmla="*/ 352308 h 898822"/>
                    <a:gd name="csX14" fmla="*/ 359562 w 1626925"/>
                    <a:gd name="csY14" fmla="*/ 402051 h 898822"/>
                    <a:gd name="csX15" fmla="*/ 298766 w 1626925"/>
                    <a:gd name="csY15" fmla="*/ 454106 h 898822"/>
                    <a:gd name="csX16" fmla="*/ 250566 w 1626925"/>
                    <a:gd name="csY16" fmla="*/ 479299 h 898822"/>
                    <a:gd name="csX17" fmla="*/ 234499 w 1626925"/>
                    <a:gd name="csY17" fmla="*/ 429299 h 898822"/>
                    <a:gd name="csX18" fmla="*/ 330385 w 1626925"/>
                    <a:gd name="csY18" fmla="*/ 333157 h 898822"/>
                    <a:gd name="csX19" fmla="*/ 383083 w 1626925"/>
                    <a:gd name="csY19" fmla="*/ 317862 h 898822"/>
                    <a:gd name="csX20" fmla="*/ 383083 w 1626925"/>
                    <a:gd name="csY20" fmla="*/ 304494 h 898822"/>
                    <a:gd name="csX21" fmla="*/ 319845 w 1626925"/>
                    <a:gd name="csY21" fmla="*/ 305651 h 898822"/>
                    <a:gd name="csX22" fmla="*/ 242083 w 1626925"/>
                    <a:gd name="csY22" fmla="*/ 342668 h 898822"/>
                    <a:gd name="csX23" fmla="*/ 80903 w 1626925"/>
                    <a:gd name="csY23" fmla="*/ 374159 h 898822"/>
                    <a:gd name="csX24" fmla="*/ 56482 w 1626925"/>
                    <a:gd name="csY24" fmla="*/ 376730 h 898822"/>
                    <a:gd name="csX25" fmla="*/ 13166 w 1626925"/>
                    <a:gd name="csY25" fmla="*/ 371974 h 898822"/>
                    <a:gd name="csX26" fmla="*/ 1212 w 1626925"/>
                    <a:gd name="csY26" fmla="*/ 332386 h 898822"/>
                    <a:gd name="csX27" fmla="*/ 36559 w 1626925"/>
                    <a:gd name="csY27" fmla="*/ 305008 h 898822"/>
                    <a:gd name="csX28" fmla="*/ 119591 w 1626925"/>
                    <a:gd name="csY28" fmla="*/ 305008 h 898822"/>
                    <a:gd name="csX29" fmla="*/ 187971 w 1626925"/>
                    <a:gd name="csY29" fmla="*/ 288556 h 898822"/>
                    <a:gd name="csX30" fmla="*/ 406091 w 1626925"/>
                    <a:gd name="csY30" fmla="*/ 233801 h 898822"/>
                    <a:gd name="csX31" fmla="*/ 612771 w 1626925"/>
                    <a:gd name="csY31" fmla="*/ 156039 h 898822"/>
                    <a:gd name="csX32" fmla="*/ 684107 w 1626925"/>
                    <a:gd name="csY32" fmla="*/ 124548 h 898822"/>
                    <a:gd name="csX33" fmla="*/ 808270 w 1626925"/>
                    <a:gd name="csY33" fmla="*/ 48200 h 898822"/>
                    <a:gd name="csX34" fmla="*/ 855441 w 1626925"/>
                    <a:gd name="csY34" fmla="*/ 0 h 898822"/>
                    <a:gd name="csX35" fmla="*/ 1002868 w 1626925"/>
                    <a:gd name="csY35" fmla="*/ 148841 h 898822"/>
                    <a:gd name="csX36" fmla="*/ 1195025 w 1626925"/>
                    <a:gd name="csY36" fmla="*/ 238300 h 898822"/>
                    <a:gd name="csX37" fmla="*/ 1294895 w 1626925"/>
                    <a:gd name="csY37" fmla="*/ 232387 h 898822"/>
                    <a:gd name="csX38" fmla="*/ 1406847 w 1626925"/>
                    <a:gd name="csY38" fmla="*/ 272747 h 898822"/>
                    <a:gd name="csX39" fmla="*/ 1519313 w 1626925"/>
                    <a:gd name="csY39" fmla="*/ 305522 h 898822"/>
                    <a:gd name="csX40" fmla="*/ 1588335 w 1626925"/>
                    <a:gd name="csY40" fmla="*/ 304237 h 898822"/>
                    <a:gd name="csX41" fmla="*/ 1625738 w 1626925"/>
                    <a:gd name="csY41" fmla="*/ 334442 h 898822"/>
                    <a:gd name="csX42" fmla="*/ 1613528 w 1626925"/>
                    <a:gd name="csY42" fmla="*/ 370174 h 898822"/>
                    <a:gd name="csX43" fmla="*/ 1569184 w 1626925"/>
                    <a:gd name="csY43" fmla="*/ 376344 h 898822"/>
                    <a:gd name="csX44" fmla="*/ 1538079 w 1626925"/>
                    <a:gd name="csY44" fmla="*/ 372488 h 898822"/>
                    <a:gd name="csX45" fmla="*/ 1387824 w 1626925"/>
                    <a:gd name="csY45" fmla="*/ 347296 h 898822"/>
                    <a:gd name="csX46" fmla="*/ 1252736 w 1626925"/>
                    <a:gd name="csY46" fmla="*/ 305522 h 898822"/>
                    <a:gd name="csX47" fmla="*/ 1228186 w 1626925"/>
                    <a:gd name="csY47" fmla="*/ 313749 h 898822"/>
                    <a:gd name="csX48" fmla="*/ 1305306 w 1626925"/>
                    <a:gd name="csY48" fmla="*/ 339841 h 898822"/>
                    <a:gd name="csX49" fmla="*/ 1384739 w 1626925"/>
                    <a:gd name="csY49" fmla="*/ 427371 h 898822"/>
                    <a:gd name="csX50" fmla="*/ 1368673 w 1626925"/>
                    <a:gd name="csY50" fmla="*/ 485468 h 898822"/>
                    <a:gd name="csX51" fmla="*/ 1317902 w 1626925"/>
                    <a:gd name="csY51" fmla="*/ 451150 h 898822"/>
                    <a:gd name="csX52" fmla="*/ 1267389 w 1626925"/>
                    <a:gd name="csY52" fmla="*/ 403722 h 898822"/>
                    <a:gd name="csX53" fmla="*/ 1120604 w 1626925"/>
                    <a:gd name="csY53" fmla="*/ 317733 h 898822"/>
                    <a:gd name="csX54" fmla="*/ 1109165 w 1626925"/>
                    <a:gd name="csY54" fmla="*/ 310535 h 898822"/>
                    <a:gd name="csX55" fmla="*/ 1014693 w 1626925"/>
                    <a:gd name="csY55" fmla="*/ 271718 h 898822"/>
                    <a:gd name="csX56" fmla="*/ 1101453 w 1626925"/>
                    <a:gd name="csY56" fmla="*/ 371717 h 898822"/>
                    <a:gd name="csX57" fmla="*/ 1211863 w 1626925"/>
                    <a:gd name="csY57" fmla="*/ 508990 h 898822"/>
                    <a:gd name="csX58" fmla="*/ 1311090 w 1626925"/>
                    <a:gd name="csY58" fmla="*/ 561817 h 898822"/>
                    <a:gd name="csX59" fmla="*/ 1441422 w 1626925"/>
                    <a:gd name="csY59" fmla="*/ 575441 h 898822"/>
                    <a:gd name="csX60" fmla="*/ 1469185 w 1626925"/>
                    <a:gd name="csY60" fmla="*/ 587780 h 898822"/>
                    <a:gd name="csX61" fmla="*/ 1485509 w 1626925"/>
                    <a:gd name="csY61" fmla="*/ 633024 h 898822"/>
                    <a:gd name="csX62" fmla="*/ 1441037 w 1626925"/>
                    <a:gd name="csY62" fmla="*/ 652432 h 898822"/>
                    <a:gd name="csX63" fmla="*/ 1329470 w 1626925"/>
                    <a:gd name="csY63" fmla="*/ 629554 h 898822"/>
                    <a:gd name="csX64" fmla="*/ 1309419 w 1626925"/>
                    <a:gd name="csY64" fmla="*/ 629425 h 898822"/>
                    <a:gd name="csX65" fmla="*/ 1362632 w 1626925"/>
                    <a:gd name="csY65" fmla="*/ 737650 h 898822"/>
                    <a:gd name="csX66" fmla="*/ 1425870 w 1626925"/>
                    <a:gd name="csY66" fmla="*/ 755516 h 898822"/>
                    <a:gd name="csX67" fmla="*/ 1461088 w 1626925"/>
                    <a:gd name="csY67" fmla="*/ 799474 h 898822"/>
                    <a:gd name="csX68" fmla="*/ 1408518 w 1626925"/>
                    <a:gd name="csY68" fmla="*/ 806029 h 898822"/>
                    <a:gd name="csX69" fmla="*/ 1314689 w 1626925"/>
                    <a:gd name="csY69" fmla="*/ 790477 h 898822"/>
                    <a:gd name="csX70" fmla="*/ 1265204 w 1626925"/>
                    <a:gd name="csY70" fmla="*/ 767598 h 898822"/>
                    <a:gd name="csX71" fmla="*/ 1281399 w 1626925"/>
                    <a:gd name="csY71" fmla="*/ 831479 h 898822"/>
                    <a:gd name="csX72" fmla="*/ 1265589 w 1626925"/>
                    <a:gd name="csY72" fmla="*/ 895102 h 898822"/>
                    <a:gd name="csX73" fmla="*/ 1215204 w 1626925"/>
                    <a:gd name="csY73" fmla="*/ 855771 h 898822"/>
                    <a:gd name="csX74" fmla="*/ 1219446 w 1626925"/>
                    <a:gd name="csY74" fmla="*/ 722611 h 898822"/>
                    <a:gd name="csX75" fmla="*/ 1213919 w 1626925"/>
                    <a:gd name="csY75" fmla="*/ 621070 h 898822"/>
                    <a:gd name="csX76" fmla="*/ 876649 w 1626925"/>
                    <a:gd name="csY76" fmla="*/ 183031 h 898822"/>
                    <a:gd name="csX77" fmla="*/ 862382 w 1626925"/>
                    <a:gd name="csY77" fmla="*/ 161951 h 898822"/>
                    <a:gd name="csX78" fmla="*/ 926906 w 1626925"/>
                    <a:gd name="csY78" fmla="*/ 380843 h 898822"/>
                    <a:gd name="csX79" fmla="*/ 987830 w 1626925"/>
                    <a:gd name="csY79" fmla="*/ 414775 h 898822"/>
                    <a:gd name="csX80" fmla="*/ 1115463 w 1626925"/>
                    <a:gd name="csY80" fmla="*/ 722226 h 898822"/>
                    <a:gd name="csX81" fmla="*/ 1087057 w 1626925"/>
                    <a:gd name="csY81" fmla="*/ 750760 h 898822"/>
                    <a:gd name="csX82" fmla="*/ 1052482 w 1626925"/>
                    <a:gd name="csY82" fmla="*/ 722740 h 898822"/>
                    <a:gd name="csX83" fmla="*/ 1050426 w 1626925"/>
                    <a:gd name="csY83" fmla="*/ 688165 h 898822"/>
                    <a:gd name="csX84" fmla="*/ 943101 w 1626925"/>
                    <a:gd name="csY84" fmla="*/ 473515 h 898822"/>
                    <a:gd name="csX85" fmla="*/ 811483 w 1626925"/>
                    <a:gd name="csY85" fmla="*/ 388426 h 898822"/>
                    <a:gd name="csX86" fmla="*/ 720225 w 1626925"/>
                    <a:gd name="csY86" fmla="*/ 461304 h 898822"/>
                    <a:gd name="csX87" fmla="*/ 690405 w 1626925"/>
                    <a:gd name="csY87" fmla="*/ 510532 h 898822"/>
                    <a:gd name="csX88" fmla="*/ 648889 w 1626925"/>
                    <a:gd name="csY88" fmla="*/ 544336 h 898822"/>
                    <a:gd name="csX89" fmla="*/ 622797 w 1626925"/>
                    <a:gd name="csY89" fmla="*/ 500121 h 898822"/>
                    <a:gd name="csX90" fmla="*/ 674853 w 1626925"/>
                    <a:gd name="csY90" fmla="*/ 401022 h 898822"/>
                    <a:gd name="csX91" fmla="*/ 723695 w 1626925"/>
                    <a:gd name="csY91" fmla="*/ 366961 h 898822"/>
                    <a:gd name="csX92" fmla="*/ 770353 w 1626925"/>
                    <a:gd name="csY92" fmla="*/ 273261 h 898822"/>
                    <a:gd name="csX93" fmla="*/ 769967 w 1626925"/>
                    <a:gd name="csY93" fmla="*/ 161052 h 898822"/>
                    <a:gd name="csX94" fmla="*/ 730122 w 1626925"/>
                    <a:gd name="csY94" fmla="*/ 216963 h 898822"/>
                    <a:gd name="csX95" fmla="*/ 522541 w 1626925"/>
                    <a:gd name="csY95" fmla="*/ 491766 h 898822"/>
                    <a:gd name="csX96" fmla="*/ 410461 w 1626925"/>
                    <a:gd name="csY96" fmla="*/ 618114 h 898822"/>
                    <a:gd name="csX97" fmla="*/ 403392 w 1626925"/>
                    <a:gd name="csY97" fmla="*/ 726596 h 898822"/>
                    <a:gd name="csX98" fmla="*/ 399407 w 1626925"/>
                    <a:gd name="csY98" fmla="*/ 871452 h 898822"/>
                    <a:gd name="csX99" fmla="*/ 349151 w 1626925"/>
                    <a:gd name="csY99" fmla="*/ 896131 h 898822"/>
                    <a:gd name="csX100" fmla="*/ 334241 w 1626925"/>
                    <a:gd name="csY100" fmla="*/ 848188 h 898822"/>
                    <a:gd name="csX101" fmla="*/ 350179 w 1626925"/>
                    <a:gd name="csY101" fmla="*/ 786107 h 89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Lst>
                  <a:rect l="l" t="t" r="r" b="b"/>
                  <a:pathLst>
                    <a:path w="1626925" h="898822">
                      <a:moveTo>
                        <a:pt x="350050" y="785978"/>
                      </a:moveTo>
                      <a:cubicBezTo>
                        <a:pt x="295424" y="799859"/>
                        <a:pt x="247610" y="813355"/>
                        <a:pt x="199153" y="823381"/>
                      </a:cubicBezTo>
                      <a:cubicBezTo>
                        <a:pt x="187071" y="825823"/>
                        <a:pt x="172804" y="817211"/>
                        <a:pt x="159565" y="813613"/>
                      </a:cubicBezTo>
                      <a:cubicBezTo>
                        <a:pt x="164449" y="797032"/>
                        <a:pt x="164578" y="772611"/>
                        <a:pt x="175374" y="765670"/>
                      </a:cubicBezTo>
                      <a:cubicBezTo>
                        <a:pt x="196068" y="752431"/>
                        <a:pt x="222546" y="748446"/>
                        <a:pt x="247096" y="741891"/>
                      </a:cubicBezTo>
                      <a:cubicBezTo>
                        <a:pt x="300475" y="727663"/>
                        <a:pt x="325411" y="688332"/>
                        <a:pt x="321902" y="623898"/>
                      </a:cubicBezTo>
                      <a:cubicBezTo>
                        <a:pt x="278715" y="632124"/>
                        <a:pt x="236170" y="638165"/>
                        <a:pt x="194654" y="648962"/>
                      </a:cubicBezTo>
                      <a:cubicBezTo>
                        <a:pt x="170876" y="655260"/>
                        <a:pt x="147740" y="666057"/>
                        <a:pt x="136815" y="634566"/>
                      </a:cubicBezTo>
                      <a:cubicBezTo>
                        <a:pt x="126918" y="606032"/>
                        <a:pt x="145940" y="586881"/>
                        <a:pt x="169333" y="580968"/>
                      </a:cubicBezTo>
                      <a:cubicBezTo>
                        <a:pt x="211492" y="570300"/>
                        <a:pt x="254808" y="559889"/>
                        <a:pt x="297738" y="559375"/>
                      </a:cubicBezTo>
                      <a:cubicBezTo>
                        <a:pt x="341182" y="558860"/>
                        <a:pt x="375629" y="550377"/>
                        <a:pt x="405062" y="515031"/>
                      </a:cubicBezTo>
                      <a:cubicBezTo>
                        <a:pt x="462902" y="445495"/>
                        <a:pt x="523570" y="378658"/>
                        <a:pt x="582823" y="310407"/>
                      </a:cubicBezTo>
                      <a:cubicBezTo>
                        <a:pt x="590407" y="301795"/>
                        <a:pt x="596319" y="291641"/>
                        <a:pt x="601460" y="279944"/>
                      </a:cubicBezTo>
                      <a:cubicBezTo>
                        <a:pt x="559559" y="308222"/>
                        <a:pt x="506860" y="309378"/>
                        <a:pt x="468686" y="352308"/>
                      </a:cubicBezTo>
                      <a:cubicBezTo>
                        <a:pt x="444008" y="380072"/>
                        <a:pt x="397736" y="389583"/>
                        <a:pt x="359562" y="402051"/>
                      </a:cubicBezTo>
                      <a:cubicBezTo>
                        <a:pt x="330899" y="411433"/>
                        <a:pt x="308920" y="424287"/>
                        <a:pt x="298766" y="454106"/>
                      </a:cubicBezTo>
                      <a:cubicBezTo>
                        <a:pt x="290283" y="478913"/>
                        <a:pt x="270232" y="490867"/>
                        <a:pt x="250566" y="479299"/>
                      </a:cubicBezTo>
                      <a:cubicBezTo>
                        <a:pt x="239255" y="472615"/>
                        <a:pt x="232443" y="445623"/>
                        <a:pt x="234499" y="429299"/>
                      </a:cubicBezTo>
                      <a:cubicBezTo>
                        <a:pt x="241954" y="373388"/>
                        <a:pt x="283342" y="349224"/>
                        <a:pt x="330385" y="333157"/>
                      </a:cubicBezTo>
                      <a:cubicBezTo>
                        <a:pt x="347608" y="327245"/>
                        <a:pt x="365474" y="322874"/>
                        <a:pt x="383083" y="317862"/>
                      </a:cubicBezTo>
                      <a:cubicBezTo>
                        <a:pt x="383083" y="313363"/>
                        <a:pt x="383083" y="308993"/>
                        <a:pt x="383083" y="304494"/>
                      </a:cubicBezTo>
                      <a:cubicBezTo>
                        <a:pt x="361876" y="304494"/>
                        <a:pt x="339382" y="299867"/>
                        <a:pt x="319845" y="305651"/>
                      </a:cubicBezTo>
                      <a:cubicBezTo>
                        <a:pt x="292596" y="313749"/>
                        <a:pt x="265990" y="326859"/>
                        <a:pt x="242083" y="342668"/>
                      </a:cubicBezTo>
                      <a:cubicBezTo>
                        <a:pt x="191955" y="375830"/>
                        <a:pt x="140028" y="391511"/>
                        <a:pt x="80903" y="374159"/>
                      </a:cubicBezTo>
                      <a:cubicBezTo>
                        <a:pt x="73577" y="371974"/>
                        <a:pt x="64708" y="376858"/>
                        <a:pt x="56482" y="376730"/>
                      </a:cubicBezTo>
                      <a:cubicBezTo>
                        <a:pt x="41700" y="376344"/>
                        <a:pt x="23320" y="379686"/>
                        <a:pt x="13166" y="371974"/>
                      </a:cubicBezTo>
                      <a:cubicBezTo>
                        <a:pt x="4040" y="365162"/>
                        <a:pt x="-2901" y="342797"/>
                        <a:pt x="1212" y="332386"/>
                      </a:cubicBezTo>
                      <a:cubicBezTo>
                        <a:pt x="6225" y="319918"/>
                        <a:pt x="23320" y="306808"/>
                        <a:pt x="36559" y="305008"/>
                      </a:cubicBezTo>
                      <a:cubicBezTo>
                        <a:pt x="63808" y="301281"/>
                        <a:pt x="92085" y="307193"/>
                        <a:pt x="119591" y="305008"/>
                      </a:cubicBezTo>
                      <a:cubicBezTo>
                        <a:pt x="142984" y="303080"/>
                        <a:pt x="172033" y="302566"/>
                        <a:pt x="187971" y="288556"/>
                      </a:cubicBezTo>
                      <a:cubicBezTo>
                        <a:pt x="252880" y="232259"/>
                        <a:pt x="326786" y="218377"/>
                        <a:pt x="406091" y="233801"/>
                      </a:cubicBezTo>
                      <a:cubicBezTo>
                        <a:pt x="491694" y="250510"/>
                        <a:pt x="558659" y="221848"/>
                        <a:pt x="612771" y="156039"/>
                      </a:cubicBezTo>
                      <a:cubicBezTo>
                        <a:pt x="632437" y="132132"/>
                        <a:pt x="652488" y="123392"/>
                        <a:pt x="684107" y="124548"/>
                      </a:cubicBezTo>
                      <a:cubicBezTo>
                        <a:pt x="738862" y="126605"/>
                        <a:pt x="770610" y="80205"/>
                        <a:pt x="808270" y="48200"/>
                      </a:cubicBezTo>
                      <a:cubicBezTo>
                        <a:pt x="823308" y="35347"/>
                        <a:pt x="836161" y="19923"/>
                        <a:pt x="855441" y="0"/>
                      </a:cubicBezTo>
                      <a:cubicBezTo>
                        <a:pt x="904669" y="49742"/>
                        <a:pt x="953769" y="99356"/>
                        <a:pt x="1002868" y="148841"/>
                      </a:cubicBezTo>
                      <a:cubicBezTo>
                        <a:pt x="1056338" y="202825"/>
                        <a:pt x="1114692" y="245498"/>
                        <a:pt x="1195025" y="238300"/>
                      </a:cubicBezTo>
                      <a:cubicBezTo>
                        <a:pt x="1228315" y="235343"/>
                        <a:pt x="1262762" y="226989"/>
                        <a:pt x="1294895" y="232387"/>
                      </a:cubicBezTo>
                      <a:cubicBezTo>
                        <a:pt x="1333583" y="238942"/>
                        <a:pt x="1373685" y="251924"/>
                        <a:pt x="1406847" y="272747"/>
                      </a:cubicBezTo>
                      <a:cubicBezTo>
                        <a:pt x="1442836" y="295368"/>
                        <a:pt x="1475483" y="314134"/>
                        <a:pt x="1519313" y="305522"/>
                      </a:cubicBezTo>
                      <a:cubicBezTo>
                        <a:pt x="1541806" y="301152"/>
                        <a:pt x="1566228" y="299739"/>
                        <a:pt x="1588335" y="304237"/>
                      </a:cubicBezTo>
                      <a:cubicBezTo>
                        <a:pt x="1602602" y="307193"/>
                        <a:pt x="1618412" y="320946"/>
                        <a:pt x="1625738" y="334442"/>
                      </a:cubicBezTo>
                      <a:cubicBezTo>
                        <a:pt x="1629980" y="342154"/>
                        <a:pt x="1622139" y="364647"/>
                        <a:pt x="1613528" y="370174"/>
                      </a:cubicBezTo>
                      <a:cubicBezTo>
                        <a:pt x="1601960" y="377501"/>
                        <a:pt x="1584351" y="375958"/>
                        <a:pt x="1569184" y="376344"/>
                      </a:cubicBezTo>
                      <a:cubicBezTo>
                        <a:pt x="1558773" y="376601"/>
                        <a:pt x="1546819" y="369275"/>
                        <a:pt x="1538079" y="372488"/>
                      </a:cubicBezTo>
                      <a:cubicBezTo>
                        <a:pt x="1483067" y="392668"/>
                        <a:pt x="1432811" y="382128"/>
                        <a:pt x="1387824" y="347296"/>
                      </a:cubicBezTo>
                      <a:cubicBezTo>
                        <a:pt x="1347208" y="315805"/>
                        <a:pt x="1304278" y="296911"/>
                        <a:pt x="1252736" y="305522"/>
                      </a:cubicBezTo>
                      <a:cubicBezTo>
                        <a:pt x="1247209" y="306422"/>
                        <a:pt x="1241939" y="308993"/>
                        <a:pt x="1228186" y="313749"/>
                      </a:cubicBezTo>
                      <a:cubicBezTo>
                        <a:pt x="1258777" y="324031"/>
                        <a:pt x="1282170" y="331615"/>
                        <a:pt x="1305306" y="339841"/>
                      </a:cubicBezTo>
                      <a:cubicBezTo>
                        <a:pt x="1346565" y="354622"/>
                        <a:pt x="1373685" y="384184"/>
                        <a:pt x="1384739" y="427371"/>
                      </a:cubicBezTo>
                      <a:cubicBezTo>
                        <a:pt x="1390138" y="448708"/>
                        <a:pt x="1396821" y="475700"/>
                        <a:pt x="1368673" y="485468"/>
                      </a:cubicBezTo>
                      <a:cubicBezTo>
                        <a:pt x="1341424" y="494980"/>
                        <a:pt x="1324714" y="477885"/>
                        <a:pt x="1317902" y="451150"/>
                      </a:cubicBezTo>
                      <a:cubicBezTo>
                        <a:pt x="1310962" y="423773"/>
                        <a:pt x="1293095" y="410534"/>
                        <a:pt x="1267389" y="403722"/>
                      </a:cubicBezTo>
                      <a:cubicBezTo>
                        <a:pt x="1211091" y="388812"/>
                        <a:pt x="1155437" y="372231"/>
                        <a:pt x="1120604" y="317733"/>
                      </a:cubicBezTo>
                      <a:cubicBezTo>
                        <a:pt x="1118419" y="314263"/>
                        <a:pt x="1113278" y="312206"/>
                        <a:pt x="1109165" y="310535"/>
                      </a:cubicBezTo>
                      <a:cubicBezTo>
                        <a:pt x="1079988" y="298325"/>
                        <a:pt x="1050811" y="286500"/>
                        <a:pt x="1014693" y="271718"/>
                      </a:cubicBezTo>
                      <a:cubicBezTo>
                        <a:pt x="1045798" y="307450"/>
                        <a:pt x="1074333" y="339070"/>
                        <a:pt x="1101453" y="371717"/>
                      </a:cubicBezTo>
                      <a:cubicBezTo>
                        <a:pt x="1138856" y="416832"/>
                        <a:pt x="1176388" y="462075"/>
                        <a:pt x="1211863" y="508990"/>
                      </a:cubicBezTo>
                      <a:cubicBezTo>
                        <a:pt x="1237569" y="543051"/>
                        <a:pt x="1266232" y="562845"/>
                        <a:pt x="1311090" y="561817"/>
                      </a:cubicBezTo>
                      <a:cubicBezTo>
                        <a:pt x="1354405" y="560917"/>
                        <a:pt x="1398107" y="569657"/>
                        <a:pt x="1441422" y="575441"/>
                      </a:cubicBezTo>
                      <a:cubicBezTo>
                        <a:pt x="1451319" y="576727"/>
                        <a:pt x="1464429" y="580454"/>
                        <a:pt x="1469185" y="587780"/>
                      </a:cubicBezTo>
                      <a:cubicBezTo>
                        <a:pt x="1477797" y="601019"/>
                        <a:pt x="1487565" y="618757"/>
                        <a:pt x="1485509" y="633024"/>
                      </a:cubicBezTo>
                      <a:cubicBezTo>
                        <a:pt x="1482167" y="657702"/>
                        <a:pt x="1460059" y="656288"/>
                        <a:pt x="1441037" y="652432"/>
                      </a:cubicBezTo>
                      <a:cubicBezTo>
                        <a:pt x="1403762" y="645106"/>
                        <a:pt x="1366616" y="636880"/>
                        <a:pt x="1329470" y="629554"/>
                      </a:cubicBezTo>
                      <a:cubicBezTo>
                        <a:pt x="1322915" y="628268"/>
                        <a:pt x="1315846" y="629425"/>
                        <a:pt x="1309419" y="629425"/>
                      </a:cubicBezTo>
                      <a:cubicBezTo>
                        <a:pt x="1294381" y="697805"/>
                        <a:pt x="1302093" y="714257"/>
                        <a:pt x="1362632" y="737650"/>
                      </a:cubicBezTo>
                      <a:cubicBezTo>
                        <a:pt x="1382940" y="745490"/>
                        <a:pt x="1405176" y="748446"/>
                        <a:pt x="1425870" y="755516"/>
                      </a:cubicBezTo>
                      <a:cubicBezTo>
                        <a:pt x="1449520" y="763613"/>
                        <a:pt x="1467000" y="777366"/>
                        <a:pt x="1461088" y="799474"/>
                      </a:cubicBezTo>
                      <a:cubicBezTo>
                        <a:pt x="1440265" y="802302"/>
                        <a:pt x="1424070" y="807571"/>
                        <a:pt x="1408518" y="806029"/>
                      </a:cubicBezTo>
                      <a:cubicBezTo>
                        <a:pt x="1377027" y="802944"/>
                        <a:pt x="1345665" y="797289"/>
                        <a:pt x="1314689" y="790477"/>
                      </a:cubicBezTo>
                      <a:cubicBezTo>
                        <a:pt x="1301064" y="787392"/>
                        <a:pt x="1288597" y="778780"/>
                        <a:pt x="1265204" y="767598"/>
                      </a:cubicBezTo>
                      <a:cubicBezTo>
                        <a:pt x="1272402" y="796261"/>
                        <a:pt x="1276386" y="813998"/>
                        <a:pt x="1281399" y="831479"/>
                      </a:cubicBezTo>
                      <a:cubicBezTo>
                        <a:pt x="1288340" y="856157"/>
                        <a:pt x="1296951" y="882892"/>
                        <a:pt x="1265589" y="895102"/>
                      </a:cubicBezTo>
                      <a:cubicBezTo>
                        <a:pt x="1232299" y="907956"/>
                        <a:pt x="1224716" y="878265"/>
                        <a:pt x="1215204" y="855771"/>
                      </a:cubicBezTo>
                      <a:cubicBezTo>
                        <a:pt x="1196182" y="810913"/>
                        <a:pt x="1194125" y="767084"/>
                        <a:pt x="1219446" y="722611"/>
                      </a:cubicBezTo>
                      <a:cubicBezTo>
                        <a:pt x="1242839" y="681352"/>
                        <a:pt x="1238726" y="649733"/>
                        <a:pt x="1213919" y="621070"/>
                      </a:cubicBezTo>
                      <a:cubicBezTo>
                        <a:pt x="1093484" y="481612"/>
                        <a:pt x="965208" y="348452"/>
                        <a:pt x="876649" y="183031"/>
                      </a:cubicBezTo>
                      <a:cubicBezTo>
                        <a:pt x="872922" y="175961"/>
                        <a:pt x="867652" y="169663"/>
                        <a:pt x="862382" y="161951"/>
                      </a:cubicBezTo>
                      <a:cubicBezTo>
                        <a:pt x="828192" y="246397"/>
                        <a:pt x="854670" y="335471"/>
                        <a:pt x="926906" y="380843"/>
                      </a:cubicBezTo>
                      <a:cubicBezTo>
                        <a:pt x="946571" y="393182"/>
                        <a:pt x="968293" y="402179"/>
                        <a:pt x="987830" y="414775"/>
                      </a:cubicBezTo>
                      <a:cubicBezTo>
                        <a:pt x="1103124" y="488939"/>
                        <a:pt x="1151838" y="587780"/>
                        <a:pt x="1115463" y="722226"/>
                      </a:cubicBezTo>
                      <a:cubicBezTo>
                        <a:pt x="1112250" y="734308"/>
                        <a:pt x="1095540" y="751917"/>
                        <a:pt x="1087057" y="750760"/>
                      </a:cubicBezTo>
                      <a:cubicBezTo>
                        <a:pt x="1074333" y="749089"/>
                        <a:pt x="1060580" y="735079"/>
                        <a:pt x="1052482" y="722740"/>
                      </a:cubicBezTo>
                      <a:cubicBezTo>
                        <a:pt x="1047084" y="714385"/>
                        <a:pt x="1048755" y="699604"/>
                        <a:pt x="1050426" y="688165"/>
                      </a:cubicBezTo>
                      <a:cubicBezTo>
                        <a:pt x="1063536" y="595878"/>
                        <a:pt x="1022791" y="517473"/>
                        <a:pt x="943101" y="473515"/>
                      </a:cubicBezTo>
                      <a:cubicBezTo>
                        <a:pt x="897086" y="448065"/>
                        <a:pt x="854413" y="416446"/>
                        <a:pt x="811483" y="388426"/>
                      </a:cubicBezTo>
                      <a:cubicBezTo>
                        <a:pt x="784877" y="409248"/>
                        <a:pt x="750944" y="433413"/>
                        <a:pt x="720225" y="461304"/>
                      </a:cubicBezTo>
                      <a:cubicBezTo>
                        <a:pt x="706729" y="473643"/>
                        <a:pt x="697989" y="492923"/>
                        <a:pt x="690405" y="510532"/>
                      </a:cubicBezTo>
                      <a:cubicBezTo>
                        <a:pt x="681922" y="530326"/>
                        <a:pt x="673824" y="549478"/>
                        <a:pt x="648889" y="544336"/>
                      </a:cubicBezTo>
                      <a:cubicBezTo>
                        <a:pt x="626653" y="539709"/>
                        <a:pt x="623183" y="520815"/>
                        <a:pt x="622797" y="500121"/>
                      </a:cubicBezTo>
                      <a:cubicBezTo>
                        <a:pt x="621897" y="456548"/>
                        <a:pt x="642205" y="425444"/>
                        <a:pt x="674853" y="401022"/>
                      </a:cubicBezTo>
                      <a:cubicBezTo>
                        <a:pt x="690791" y="389197"/>
                        <a:pt x="707629" y="378658"/>
                        <a:pt x="723695" y="366961"/>
                      </a:cubicBezTo>
                      <a:cubicBezTo>
                        <a:pt x="754929" y="344082"/>
                        <a:pt x="772538" y="314520"/>
                        <a:pt x="770353" y="273261"/>
                      </a:cubicBezTo>
                      <a:cubicBezTo>
                        <a:pt x="768553" y="240099"/>
                        <a:pt x="769967" y="206809"/>
                        <a:pt x="769967" y="161052"/>
                      </a:cubicBezTo>
                      <a:cubicBezTo>
                        <a:pt x="752744" y="184830"/>
                        <a:pt x="738476" y="199354"/>
                        <a:pt x="730122" y="216963"/>
                      </a:cubicBezTo>
                      <a:cubicBezTo>
                        <a:pt x="679480" y="323646"/>
                        <a:pt x="604674" y="410277"/>
                        <a:pt x="522541" y="491766"/>
                      </a:cubicBezTo>
                      <a:cubicBezTo>
                        <a:pt x="482696" y="531354"/>
                        <a:pt x="444908" y="573513"/>
                        <a:pt x="410461" y="618114"/>
                      </a:cubicBezTo>
                      <a:cubicBezTo>
                        <a:pt x="385654" y="650119"/>
                        <a:pt x="386939" y="690864"/>
                        <a:pt x="403392" y="726596"/>
                      </a:cubicBezTo>
                      <a:cubicBezTo>
                        <a:pt x="426399" y="776724"/>
                        <a:pt x="417916" y="823638"/>
                        <a:pt x="399407" y="871452"/>
                      </a:cubicBezTo>
                      <a:cubicBezTo>
                        <a:pt x="390024" y="895617"/>
                        <a:pt x="372544" y="903585"/>
                        <a:pt x="349151" y="896131"/>
                      </a:cubicBezTo>
                      <a:cubicBezTo>
                        <a:pt x="323316" y="887904"/>
                        <a:pt x="331542" y="865668"/>
                        <a:pt x="334241" y="848188"/>
                      </a:cubicBezTo>
                      <a:cubicBezTo>
                        <a:pt x="337454" y="828008"/>
                        <a:pt x="344266" y="808343"/>
                        <a:pt x="350179" y="786107"/>
                      </a:cubicBezTo>
                      <a:close/>
                    </a:path>
                  </a:pathLst>
                </a:custGeom>
                <a:solidFill>
                  <a:srgbClr val="114C8E"/>
                </a:solidFill>
                <a:ln w="0" cap="flat">
                  <a:noFill/>
                  <a:prstDash val="solid"/>
                  <a:miter/>
                </a:ln>
              </p:spPr>
              <p:txBody>
                <a:bodyPr/>
                <a:lstStyle/>
                <a:p>
                  <a:endParaRPr lang="pt-BR"/>
                </a:p>
              </p:txBody>
            </p:sp>
            <p:sp>
              <p:nvSpPr>
                <p:cNvPr id="9" name="Forma Livre: Forma 8">
                  <a:extLst>
                    <a:ext uri="{FF2B5EF4-FFF2-40B4-BE49-F238E27FC236}">
                      <a16:creationId xmlns:a16="http://schemas.microsoft.com/office/drawing/2014/main" id="{9F18B059-6DBE-8908-791C-BEF1CA35C126}"/>
                    </a:ext>
                  </a:extLst>
                </p:cNvPr>
                <p:cNvSpPr/>
                <p:nvPr/>
              </p:nvSpPr>
              <p:spPr>
                <a:xfrm>
                  <a:off x="3429879" y="5090306"/>
                  <a:ext cx="1052225" cy="808593"/>
                </a:xfrm>
                <a:custGeom>
                  <a:avLst/>
                  <a:gdLst>
                    <a:gd name="csX0" fmla="*/ 862895 w 1052225"/>
                    <a:gd name="csY0" fmla="*/ 633785 h 808593"/>
                    <a:gd name="csX1" fmla="*/ 837831 w 1052225"/>
                    <a:gd name="csY1" fmla="*/ 521962 h 808593"/>
                    <a:gd name="csX2" fmla="*/ 909938 w 1052225"/>
                    <a:gd name="csY2" fmla="*/ 408467 h 808593"/>
                    <a:gd name="csX3" fmla="*/ 914822 w 1052225"/>
                    <a:gd name="csY3" fmla="*/ 380062 h 808593"/>
                    <a:gd name="csX4" fmla="*/ 764953 w 1052225"/>
                    <a:gd name="csY4" fmla="*/ 102045 h 808593"/>
                    <a:gd name="csX5" fmla="*/ 732177 w 1052225"/>
                    <a:gd name="csY5" fmla="*/ 119269 h 808593"/>
                    <a:gd name="csX6" fmla="*/ 451333 w 1052225"/>
                    <a:gd name="csY6" fmla="*/ 195746 h 808593"/>
                    <a:gd name="csX7" fmla="*/ 168175 w 1052225"/>
                    <a:gd name="csY7" fmla="*/ 328520 h 808593"/>
                    <a:gd name="csX8" fmla="*/ 87457 w 1052225"/>
                    <a:gd name="csY8" fmla="*/ 426591 h 808593"/>
                    <a:gd name="csX9" fmla="*/ 93112 w 1052225"/>
                    <a:gd name="csY9" fmla="*/ 498698 h 808593"/>
                    <a:gd name="csX10" fmla="*/ 156222 w 1052225"/>
                    <a:gd name="csY10" fmla="*/ 489829 h 808593"/>
                    <a:gd name="csX11" fmla="*/ 263033 w 1052225"/>
                    <a:gd name="csY11" fmla="*/ 372607 h 808593"/>
                    <a:gd name="csX12" fmla="*/ 360975 w 1052225"/>
                    <a:gd name="csY12" fmla="*/ 331476 h 808593"/>
                    <a:gd name="csX13" fmla="*/ 464701 w 1052225"/>
                    <a:gd name="csY13" fmla="*/ 339445 h 808593"/>
                    <a:gd name="csX14" fmla="*/ 535394 w 1052225"/>
                    <a:gd name="csY14" fmla="*/ 370807 h 808593"/>
                    <a:gd name="csX15" fmla="*/ 878319 w 1052225"/>
                    <a:gd name="csY15" fmla="*/ 710005 h 808593"/>
                    <a:gd name="csX16" fmla="*/ 904025 w 1052225"/>
                    <a:gd name="csY16" fmla="*/ 739054 h 808593"/>
                    <a:gd name="csX17" fmla="*/ 899270 w 1052225"/>
                    <a:gd name="csY17" fmla="*/ 799593 h 808593"/>
                    <a:gd name="csX18" fmla="*/ 851456 w 1052225"/>
                    <a:gd name="csY18" fmla="*/ 790338 h 808593"/>
                    <a:gd name="csX19" fmla="*/ 617526 w 1052225"/>
                    <a:gd name="csY19" fmla="*/ 551267 h 808593"/>
                    <a:gd name="csX20" fmla="*/ 502361 w 1052225"/>
                    <a:gd name="csY20" fmla="*/ 437516 h 808593"/>
                    <a:gd name="csX21" fmla="*/ 456732 w 1052225"/>
                    <a:gd name="csY21" fmla="*/ 417079 h 808593"/>
                    <a:gd name="csX22" fmla="*/ 252879 w 1052225"/>
                    <a:gd name="csY22" fmla="*/ 499726 h 808593"/>
                    <a:gd name="csX23" fmla="*/ 180386 w 1052225"/>
                    <a:gd name="csY23" fmla="*/ 564506 h 808593"/>
                    <a:gd name="csX24" fmla="*/ 30517 w 1052225"/>
                    <a:gd name="csY24" fmla="*/ 535458 h 808593"/>
                    <a:gd name="csX25" fmla="*/ 27046 w 1052225"/>
                    <a:gd name="csY25" fmla="*/ 382247 h 808593"/>
                    <a:gd name="csX26" fmla="*/ 165733 w 1052225"/>
                    <a:gd name="csY26" fmla="*/ 213098 h 808593"/>
                    <a:gd name="csX27" fmla="*/ 388352 w 1052225"/>
                    <a:gd name="csY27" fmla="*/ 118498 h 808593"/>
                    <a:gd name="csX28" fmla="*/ 744902 w 1052225"/>
                    <a:gd name="csY28" fmla="*/ 24283 h 808593"/>
                    <a:gd name="csX29" fmla="*/ 848114 w 1052225"/>
                    <a:gd name="csY29" fmla="*/ 53203 h 808593"/>
                    <a:gd name="csX30" fmla="*/ 1037185 w 1052225"/>
                    <a:gd name="csY30" fmla="*/ 365409 h 808593"/>
                    <a:gd name="csX31" fmla="*/ 1022147 w 1052225"/>
                    <a:gd name="csY31" fmla="*/ 437516 h 808593"/>
                    <a:gd name="csX32" fmla="*/ 946441 w 1052225"/>
                    <a:gd name="csY32" fmla="*/ 513736 h 808593"/>
                    <a:gd name="csX33" fmla="*/ 862638 w 1052225"/>
                    <a:gd name="csY33" fmla="*/ 633400 h 8085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052225" h="808593">
                      <a:moveTo>
                        <a:pt x="862895" y="633785"/>
                      </a:moveTo>
                      <a:cubicBezTo>
                        <a:pt x="817780" y="604480"/>
                        <a:pt x="810197" y="564763"/>
                        <a:pt x="837831" y="521962"/>
                      </a:cubicBezTo>
                      <a:cubicBezTo>
                        <a:pt x="862124" y="484302"/>
                        <a:pt x="886802" y="446770"/>
                        <a:pt x="909938" y="408467"/>
                      </a:cubicBezTo>
                      <a:cubicBezTo>
                        <a:pt x="914694" y="400756"/>
                        <a:pt x="918293" y="386874"/>
                        <a:pt x="914822" y="380062"/>
                      </a:cubicBezTo>
                      <a:cubicBezTo>
                        <a:pt x="865851" y="287390"/>
                        <a:pt x="815595" y="195489"/>
                        <a:pt x="764953" y="102045"/>
                      </a:cubicBezTo>
                      <a:cubicBezTo>
                        <a:pt x="748115" y="110914"/>
                        <a:pt x="739889" y="114642"/>
                        <a:pt x="732177" y="119269"/>
                      </a:cubicBezTo>
                      <a:cubicBezTo>
                        <a:pt x="645803" y="172995"/>
                        <a:pt x="552874" y="194589"/>
                        <a:pt x="451333" y="195746"/>
                      </a:cubicBezTo>
                      <a:cubicBezTo>
                        <a:pt x="249922" y="198188"/>
                        <a:pt x="281541" y="193304"/>
                        <a:pt x="168175" y="328520"/>
                      </a:cubicBezTo>
                      <a:cubicBezTo>
                        <a:pt x="140927" y="360910"/>
                        <a:pt x="114449" y="394072"/>
                        <a:pt x="87457" y="426591"/>
                      </a:cubicBezTo>
                      <a:cubicBezTo>
                        <a:pt x="65735" y="452683"/>
                        <a:pt x="70876" y="476590"/>
                        <a:pt x="93112" y="498698"/>
                      </a:cubicBezTo>
                      <a:cubicBezTo>
                        <a:pt x="117534" y="523119"/>
                        <a:pt x="138741" y="508080"/>
                        <a:pt x="156222" y="489829"/>
                      </a:cubicBezTo>
                      <a:cubicBezTo>
                        <a:pt x="192854" y="451783"/>
                        <a:pt x="228843" y="412966"/>
                        <a:pt x="263033" y="372607"/>
                      </a:cubicBezTo>
                      <a:cubicBezTo>
                        <a:pt x="289639" y="341245"/>
                        <a:pt x="320487" y="326978"/>
                        <a:pt x="360975" y="331476"/>
                      </a:cubicBezTo>
                      <a:cubicBezTo>
                        <a:pt x="395421" y="335332"/>
                        <a:pt x="430896" y="332762"/>
                        <a:pt x="464701" y="339445"/>
                      </a:cubicBezTo>
                      <a:cubicBezTo>
                        <a:pt x="489507" y="344330"/>
                        <a:pt x="517656" y="353713"/>
                        <a:pt x="535394" y="370807"/>
                      </a:cubicBezTo>
                      <a:cubicBezTo>
                        <a:pt x="651073" y="482374"/>
                        <a:pt x="764439" y="596511"/>
                        <a:pt x="878319" y="710005"/>
                      </a:cubicBezTo>
                      <a:cubicBezTo>
                        <a:pt x="887445" y="719131"/>
                        <a:pt x="896185" y="728771"/>
                        <a:pt x="904025" y="739054"/>
                      </a:cubicBezTo>
                      <a:cubicBezTo>
                        <a:pt x="920092" y="760390"/>
                        <a:pt x="917779" y="781341"/>
                        <a:pt x="899270" y="799593"/>
                      </a:cubicBezTo>
                      <a:cubicBezTo>
                        <a:pt x="879990" y="818616"/>
                        <a:pt x="864566" y="803577"/>
                        <a:pt x="851456" y="790338"/>
                      </a:cubicBezTo>
                      <a:cubicBezTo>
                        <a:pt x="773179" y="711034"/>
                        <a:pt x="695674" y="630829"/>
                        <a:pt x="617526" y="551267"/>
                      </a:cubicBezTo>
                      <a:cubicBezTo>
                        <a:pt x="579737" y="512708"/>
                        <a:pt x="542077" y="473891"/>
                        <a:pt x="502361" y="437516"/>
                      </a:cubicBezTo>
                      <a:cubicBezTo>
                        <a:pt x="490536" y="426719"/>
                        <a:pt x="472798" y="420421"/>
                        <a:pt x="456732" y="417079"/>
                      </a:cubicBezTo>
                      <a:cubicBezTo>
                        <a:pt x="371900" y="399470"/>
                        <a:pt x="302621" y="419521"/>
                        <a:pt x="252879" y="499726"/>
                      </a:cubicBezTo>
                      <a:cubicBezTo>
                        <a:pt x="236298" y="526461"/>
                        <a:pt x="207764" y="548054"/>
                        <a:pt x="180386" y="564506"/>
                      </a:cubicBezTo>
                      <a:cubicBezTo>
                        <a:pt x="127302" y="596382"/>
                        <a:pt x="69591" y="583015"/>
                        <a:pt x="30517" y="535458"/>
                      </a:cubicBezTo>
                      <a:cubicBezTo>
                        <a:pt x="-7914" y="488672"/>
                        <a:pt x="-11128" y="431989"/>
                        <a:pt x="27046" y="382247"/>
                      </a:cubicBezTo>
                      <a:cubicBezTo>
                        <a:pt x="71519" y="324407"/>
                        <a:pt x="120233" y="270166"/>
                        <a:pt x="165733" y="213098"/>
                      </a:cubicBezTo>
                      <a:cubicBezTo>
                        <a:pt x="223830" y="140348"/>
                        <a:pt x="303135" y="113485"/>
                        <a:pt x="388352" y="118498"/>
                      </a:cubicBezTo>
                      <a:cubicBezTo>
                        <a:pt x="518556" y="126209"/>
                        <a:pt x="633978" y="90734"/>
                        <a:pt x="744902" y="24283"/>
                      </a:cubicBezTo>
                      <a:cubicBezTo>
                        <a:pt x="808269" y="-13763"/>
                        <a:pt x="810454" y="-9264"/>
                        <a:pt x="848114" y="53203"/>
                      </a:cubicBezTo>
                      <a:cubicBezTo>
                        <a:pt x="910966" y="157314"/>
                        <a:pt x="974719" y="260912"/>
                        <a:pt x="1037185" y="365409"/>
                      </a:cubicBezTo>
                      <a:cubicBezTo>
                        <a:pt x="1060964" y="404997"/>
                        <a:pt x="1056980" y="409753"/>
                        <a:pt x="1022147" y="437516"/>
                      </a:cubicBezTo>
                      <a:cubicBezTo>
                        <a:pt x="994384" y="459752"/>
                        <a:pt x="968678" y="485716"/>
                        <a:pt x="946441" y="513736"/>
                      </a:cubicBezTo>
                      <a:cubicBezTo>
                        <a:pt x="916622" y="551267"/>
                        <a:pt x="891044" y="592398"/>
                        <a:pt x="862638" y="633400"/>
                      </a:cubicBezTo>
                      <a:close/>
                    </a:path>
                  </a:pathLst>
                </a:custGeom>
                <a:solidFill>
                  <a:srgbClr val="114C8E"/>
                </a:solidFill>
                <a:ln w="0" cap="flat">
                  <a:noFill/>
                  <a:prstDash val="solid"/>
                  <a:miter/>
                </a:ln>
              </p:spPr>
              <p:txBody>
                <a:bodyPr/>
                <a:lstStyle/>
                <a:p>
                  <a:endParaRPr lang="pt-BR"/>
                </a:p>
              </p:txBody>
            </p:sp>
            <p:sp>
              <p:nvSpPr>
                <p:cNvPr id="10" name="Forma Livre: Forma 9">
                  <a:extLst>
                    <a:ext uri="{FF2B5EF4-FFF2-40B4-BE49-F238E27FC236}">
                      <a16:creationId xmlns:a16="http://schemas.microsoft.com/office/drawing/2014/main" id="{A8549B6D-062D-2F8B-AC28-DEFF9CC5C0CF}"/>
                    </a:ext>
                  </a:extLst>
                </p:cNvPr>
                <p:cNvSpPr/>
                <p:nvPr/>
              </p:nvSpPr>
              <p:spPr>
                <a:xfrm>
                  <a:off x="3490543" y="6648327"/>
                  <a:ext cx="532327" cy="559447"/>
                </a:xfrm>
                <a:custGeom>
                  <a:avLst/>
                  <a:gdLst>
                    <a:gd name="csX0" fmla="*/ 319462 w 532327"/>
                    <a:gd name="csY0" fmla="*/ 308137 h 559447"/>
                    <a:gd name="csX1" fmla="*/ 340413 w 532327"/>
                    <a:gd name="csY1" fmla="*/ 478700 h 559447"/>
                    <a:gd name="csX2" fmla="*/ 342341 w 532327"/>
                    <a:gd name="csY2" fmla="*/ 485512 h 559447"/>
                    <a:gd name="csX3" fmla="*/ 316506 w 532327"/>
                    <a:gd name="csY3" fmla="*/ 559161 h 559447"/>
                    <a:gd name="csX4" fmla="*/ 272034 w 532327"/>
                    <a:gd name="csY4" fmla="*/ 503121 h 559447"/>
                    <a:gd name="csX5" fmla="*/ 255710 w 532327"/>
                    <a:gd name="csY5" fmla="*/ 440011 h 559447"/>
                    <a:gd name="csX6" fmla="*/ 155326 w 532327"/>
                    <a:gd name="csY6" fmla="*/ 517774 h 559447"/>
                    <a:gd name="csX7" fmla="*/ 114581 w 532327"/>
                    <a:gd name="csY7" fmla="*/ 535126 h 559447"/>
                    <a:gd name="csX8" fmla="*/ 92473 w 532327"/>
                    <a:gd name="csY8" fmla="*/ 494509 h 559447"/>
                    <a:gd name="csX9" fmla="*/ 147357 w 532327"/>
                    <a:gd name="csY9" fmla="*/ 413020 h 559447"/>
                    <a:gd name="csX10" fmla="*/ 172035 w 532327"/>
                    <a:gd name="csY10" fmla="*/ 400038 h 559447"/>
                    <a:gd name="csX11" fmla="*/ 252625 w 532327"/>
                    <a:gd name="csY11" fmla="*/ 271119 h 559447"/>
                    <a:gd name="csX12" fmla="*/ 92216 w 532327"/>
                    <a:gd name="csY12" fmla="*/ 359678 h 559447"/>
                    <a:gd name="csX13" fmla="*/ 64710 w 532327"/>
                    <a:gd name="csY13" fmla="*/ 394382 h 559447"/>
                    <a:gd name="csX14" fmla="*/ 20238 w 532327"/>
                    <a:gd name="csY14" fmla="*/ 415462 h 559447"/>
                    <a:gd name="csX15" fmla="*/ 315 w 532327"/>
                    <a:gd name="csY15" fmla="*/ 373303 h 559447"/>
                    <a:gd name="csX16" fmla="*/ 30263 w 532327"/>
                    <a:gd name="csY16" fmla="*/ 320476 h 559447"/>
                    <a:gd name="csX17" fmla="*/ 117794 w 532327"/>
                    <a:gd name="csY17" fmla="*/ 263279 h 559447"/>
                    <a:gd name="csX18" fmla="*/ 180904 w 532327"/>
                    <a:gd name="csY18" fmla="*/ 226004 h 559447"/>
                    <a:gd name="csX19" fmla="*/ 243371 w 532327"/>
                    <a:gd name="csY19" fmla="*/ 113667 h 559447"/>
                    <a:gd name="csX20" fmla="*/ 247098 w 532327"/>
                    <a:gd name="csY20" fmla="*/ 42331 h 559447"/>
                    <a:gd name="csX21" fmla="*/ 291828 w 532327"/>
                    <a:gd name="csY21" fmla="*/ 44 h 559447"/>
                    <a:gd name="csX22" fmla="*/ 322676 w 532327"/>
                    <a:gd name="csY22" fmla="*/ 41817 h 559447"/>
                    <a:gd name="csX23" fmla="*/ 321390 w 532327"/>
                    <a:gd name="csY23" fmla="*/ 152484 h 559447"/>
                    <a:gd name="csX24" fmla="*/ 367405 w 532327"/>
                    <a:gd name="csY24" fmla="*/ 240272 h 559447"/>
                    <a:gd name="csX25" fmla="*/ 454293 w 532327"/>
                    <a:gd name="csY25" fmla="*/ 292199 h 559447"/>
                    <a:gd name="csX26" fmla="*/ 531284 w 532327"/>
                    <a:gd name="csY26" fmla="*/ 425873 h 559447"/>
                    <a:gd name="csX27" fmla="*/ 528200 w 532327"/>
                    <a:gd name="csY27" fmla="*/ 456978 h 559447"/>
                    <a:gd name="csX28" fmla="*/ 496195 w 532327"/>
                    <a:gd name="csY28" fmla="*/ 481271 h 559447"/>
                    <a:gd name="csX29" fmla="*/ 465733 w 532327"/>
                    <a:gd name="csY29" fmla="*/ 456078 h 559447"/>
                    <a:gd name="csX30" fmla="*/ 319462 w 532327"/>
                    <a:gd name="csY30" fmla="*/ 308008 h 559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532327" h="559447">
                      <a:moveTo>
                        <a:pt x="319462" y="308137"/>
                      </a:moveTo>
                      <a:cubicBezTo>
                        <a:pt x="326403" y="364948"/>
                        <a:pt x="333344" y="421888"/>
                        <a:pt x="340413" y="478700"/>
                      </a:cubicBezTo>
                      <a:cubicBezTo>
                        <a:pt x="340670" y="481013"/>
                        <a:pt x="341827" y="483198"/>
                        <a:pt x="342341" y="485512"/>
                      </a:cubicBezTo>
                      <a:cubicBezTo>
                        <a:pt x="351210" y="530370"/>
                        <a:pt x="342855" y="556462"/>
                        <a:pt x="316506" y="559161"/>
                      </a:cubicBezTo>
                      <a:cubicBezTo>
                        <a:pt x="276661" y="563017"/>
                        <a:pt x="280131" y="527028"/>
                        <a:pt x="272034" y="503121"/>
                      </a:cubicBezTo>
                      <a:cubicBezTo>
                        <a:pt x="265607" y="484484"/>
                        <a:pt x="262008" y="464690"/>
                        <a:pt x="255710" y="440011"/>
                      </a:cubicBezTo>
                      <a:cubicBezTo>
                        <a:pt x="217279" y="464433"/>
                        <a:pt x="169850" y="464561"/>
                        <a:pt x="155326" y="517774"/>
                      </a:cubicBezTo>
                      <a:cubicBezTo>
                        <a:pt x="152627" y="527542"/>
                        <a:pt x="125249" y="539239"/>
                        <a:pt x="114581" y="535126"/>
                      </a:cubicBezTo>
                      <a:cubicBezTo>
                        <a:pt x="103399" y="530884"/>
                        <a:pt x="91574" y="508134"/>
                        <a:pt x="92473" y="494509"/>
                      </a:cubicBezTo>
                      <a:cubicBezTo>
                        <a:pt x="95044" y="458135"/>
                        <a:pt x="116252" y="431014"/>
                        <a:pt x="147357" y="413020"/>
                      </a:cubicBezTo>
                      <a:cubicBezTo>
                        <a:pt x="155454" y="408392"/>
                        <a:pt x="163295" y="402480"/>
                        <a:pt x="172035" y="400038"/>
                      </a:cubicBezTo>
                      <a:cubicBezTo>
                        <a:pt x="240158" y="381529"/>
                        <a:pt x="263679" y="335000"/>
                        <a:pt x="252625" y="271119"/>
                      </a:cubicBezTo>
                      <a:cubicBezTo>
                        <a:pt x="200441" y="299654"/>
                        <a:pt x="145686" y="328445"/>
                        <a:pt x="92216" y="359678"/>
                      </a:cubicBezTo>
                      <a:cubicBezTo>
                        <a:pt x="80391" y="366619"/>
                        <a:pt x="71780" y="381529"/>
                        <a:pt x="64710" y="394382"/>
                      </a:cubicBezTo>
                      <a:cubicBezTo>
                        <a:pt x="54171" y="413405"/>
                        <a:pt x="38747" y="426773"/>
                        <a:pt x="20238" y="415462"/>
                      </a:cubicBezTo>
                      <a:cubicBezTo>
                        <a:pt x="8799" y="408392"/>
                        <a:pt x="-1998" y="386156"/>
                        <a:pt x="315" y="373303"/>
                      </a:cubicBezTo>
                      <a:cubicBezTo>
                        <a:pt x="3786" y="354152"/>
                        <a:pt x="15611" y="332687"/>
                        <a:pt x="30263" y="320476"/>
                      </a:cubicBezTo>
                      <a:cubicBezTo>
                        <a:pt x="56870" y="298240"/>
                        <a:pt x="88103" y="281659"/>
                        <a:pt x="117794" y="263279"/>
                      </a:cubicBezTo>
                      <a:cubicBezTo>
                        <a:pt x="138617" y="250426"/>
                        <a:pt x="160853" y="240014"/>
                        <a:pt x="180904" y="226004"/>
                      </a:cubicBezTo>
                      <a:cubicBezTo>
                        <a:pt x="219078" y="199270"/>
                        <a:pt x="244656" y="164694"/>
                        <a:pt x="243371" y="113667"/>
                      </a:cubicBezTo>
                      <a:cubicBezTo>
                        <a:pt x="242728" y="89888"/>
                        <a:pt x="247098" y="66110"/>
                        <a:pt x="247098" y="42331"/>
                      </a:cubicBezTo>
                      <a:cubicBezTo>
                        <a:pt x="247098" y="10455"/>
                        <a:pt x="266507" y="1072"/>
                        <a:pt x="291828" y="44"/>
                      </a:cubicBezTo>
                      <a:cubicBezTo>
                        <a:pt x="319462" y="-1113"/>
                        <a:pt x="322418" y="20866"/>
                        <a:pt x="322676" y="41817"/>
                      </a:cubicBezTo>
                      <a:cubicBezTo>
                        <a:pt x="323190" y="78706"/>
                        <a:pt x="324989" y="115980"/>
                        <a:pt x="321390" y="152484"/>
                      </a:cubicBezTo>
                      <a:cubicBezTo>
                        <a:pt x="317277" y="194128"/>
                        <a:pt x="335015" y="220735"/>
                        <a:pt x="367405" y="240272"/>
                      </a:cubicBezTo>
                      <a:cubicBezTo>
                        <a:pt x="396325" y="257752"/>
                        <a:pt x="426016" y="273819"/>
                        <a:pt x="454293" y="292199"/>
                      </a:cubicBezTo>
                      <a:cubicBezTo>
                        <a:pt x="501593" y="323175"/>
                        <a:pt x="523572" y="370604"/>
                        <a:pt x="531284" y="425873"/>
                      </a:cubicBezTo>
                      <a:cubicBezTo>
                        <a:pt x="532698" y="436155"/>
                        <a:pt x="533469" y="449651"/>
                        <a:pt x="528200" y="456978"/>
                      </a:cubicBezTo>
                      <a:cubicBezTo>
                        <a:pt x="520359" y="467903"/>
                        <a:pt x="506991" y="481656"/>
                        <a:pt x="496195" y="481271"/>
                      </a:cubicBezTo>
                      <a:cubicBezTo>
                        <a:pt x="485398" y="481013"/>
                        <a:pt x="465861" y="465204"/>
                        <a:pt x="465733" y="456078"/>
                      </a:cubicBezTo>
                      <a:cubicBezTo>
                        <a:pt x="464319" y="361863"/>
                        <a:pt x="389641" y="341298"/>
                        <a:pt x="319462" y="308008"/>
                      </a:cubicBezTo>
                      <a:close/>
                    </a:path>
                  </a:pathLst>
                </a:custGeom>
                <a:solidFill>
                  <a:srgbClr val="114C8E"/>
                </a:solidFill>
                <a:ln w="0" cap="flat">
                  <a:noFill/>
                  <a:prstDash val="solid"/>
                  <a:miter/>
                </a:ln>
              </p:spPr>
              <p:txBody>
                <a:bodyPr/>
                <a:lstStyle/>
                <a:p>
                  <a:endParaRPr lang="pt-BR"/>
                </a:p>
              </p:txBody>
            </p:sp>
            <p:sp>
              <p:nvSpPr>
                <p:cNvPr id="11" name="Forma Livre: Forma 10">
                  <a:extLst>
                    <a:ext uri="{FF2B5EF4-FFF2-40B4-BE49-F238E27FC236}">
                      <a16:creationId xmlns:a16="http://schemas.microsoft.com/office/drawing/2014/main" id="{4917601E-8107-92AB-FD13-DC3055F50347}"/>
                    </a:ext>
                  </a:extLst>
                </p:cNvPr>
                <p:cNvSpPr/>
                <p:nvPr/>
              </p:nvSpPr>
              <p:spPr>
                <a:xfrm>
                  <a:off x="4302853" y="5035413"/>
                  <a:ext cx="297310" cy="451329"/>
                </a:xfrm>
                <a:custGeom>
                  <a:avLst/>
                  <a:gdLst>
                    <a:gd name="csX0" fmla="*/ 42491 w 297310"/>
                    <a:gd name="csY0" fmla="*/ 0 h 451329"/>
                    <a:gd name="csX1" fmla="*/ 69483 w 297310"/>
                    <a:gd name="csY1" fmla="*/ 21979 h 451329"/>
                    <a:gd name="csX2" fmla="*/ 289531 w 297310"/>
                    <a:gd name="csY2" fmla="*/ 389069 h 451329"/>
                    <a:gd name="csX3" fmla="*/ 275521 w 297310"/>
                    <a:gd name="csY3" fmla="*/ 446651 h 451329"/>
                    <a:gd name="csX4" fmla="*/ 227193 w 297310"/>
                    <a:gd name="csY4" fmla="*/ 426343 h 451329"/>
                    <a:gd name="csX5" fmla="*/ 9073 w 297310"/>
                    <a:gd name="csY5" fmla="*/ 58097 h 451329"/>
                    <a:gd name="csX6" fmla="*/ 42491 w 297310"/>
                    <a:gd name="csY6" fmla="*/ 129 h 45132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7310" h="451329">
                      <a:moveTo>
                        <a:pt x="42491" y="0"/>
                      </a:moveTo>
                      <a:cubicBezTo>
                        <a:pt x="47632" y="3985"/>
                        <a:pt x="62414" y="10411"/>
                        <a:pt x="69483" y="21979"/>
                      </a:cubicBezTo>
                      <a:cubicBezTo>
                        <a:pt x="143518" y="143957"/>
                        <a:pt x="216267" y="266706"/>
                        <a:pt x="289531" y="389069"/>
                      </a:cubicBezTo>
                      <a:cubicBezTo>
                        <a:pt x="304184" y="413490"/>
                        <a:pt x="297371" y="434184"/>
                        <a:pt x="275521" y="446651"/>
                      </a:cubicBezTo>
                      <a:cubicBezTo>
                        <a:pt x="254570" y="458605"/>
                        <a:pt x="238889" y="446137"/>
                        <a:pt x="227193" y="426343"/>
                      </a:cubicBezTo>
                      <a:cubicBezTo>
                        <a:pt x="154700" y="303466"/>
                        <a:pt x="81565" y="180974"/>
                        <a:pt x="9073" y="58097"/>
                      </a:cubicBezTo>
                      <a:cubicBezTo>
                        <a:pt x="-10079" y="25578"/>
                        <a:pt x="1104" y="0"/>
                        <a:pt x="42491" y="129"/>
                      </a:cubicBezTo>
                      <a:close/>
                    </a:path>
                  </a:pathLst>
                </a:custGeom>
                <a:solidFill>
                  <a:srgbClr val="114C8E"/>
                </a:solidFill>
                <a:ln w="0" cap="flat">
                  <a:noFill/>
                  <a:prstDash val="solid"/>
                  <a:miter/>
                </a:ln>
              </p:spPr>
              <p:txBody>
                <a:bodyPr/>
                <a:lstStyle/>
                <a:p>
                  <a:endParaRPr lang="pt-BR"/>
                </a:p>
              </p:txBody>
            </p:sp>
            <p:sp>
              <p:nvSpPr>
                <p:cNvPr id="12" name="Forma Livre: Forma 11">
                  <a:extLst>
                    <a:ext uri="{FF2B5EF4-FFF2-40B4-BE49-F238E27FC236}">
                      <a16:creationId xmlns:a16="http://schemas.microsoft.com/office/drawing/2014/main" id="{069A9F60-A5FB-7D23-F377-10D2357EF72A}"/>
                    </a:ext>
                  </a:extLst>
                </p:cNvPr>
                <p:cNvSpPr/>
                <p:nvPr/>
              </p:nvSpPr>
              <p:spPr>
                <a:xfrm>
                  <a:off x="3456107" y="6757382"/>
                  <a:ext cx="78826" cy="165419"/>
                </a:xfrm>
                <a:custGeom>
                  <a:avLst/>
                  <a:gdLst>
                    <a:gd name="csX0" fmla="*/ 78452 w 78826"/>
                    <a:gd name="csY0" fmla="*/ 118234 h 165419"/>
                    <a:gd name="csX1" fmla="*/ 48504 w 78826"/>
                    <a:gd name="csY1" fmla="*/ 165149 h 165419"/>
                    <a:gd name="csX2" fmla="*/ 10973 w 78826"/>
                    <a:gd name="csY2" fmla="*/ 127874 h 165419"/>
                    <a:gd name="csX3" fmla="*/ 176 w 78826"/>
                    <a:gd name="csY3" fmla="*/ 39572 h 165419"/>
                    <a:gd name="csX4" fmla="*/ 30638 w 78826"/>
                    <a:gd name="csY4" fmla="*/ 241 h 165419"/>
                    <a:gd name="csX5" fmla="*/ 71511 w 78826"/>
                    <a:gd name="csY5" fmla="*/ 32889 h 165419"/>
                    <a:gd name="csX6" fmla="*/ 78452 w 78826"/>
                    <a:gd name="csY6" fmla="*/ 118234 h 1654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8826" h="165419">
                      <a:moveTo>
                        <a:pt x="78452" y="118234"/>
                      </a:moveTo>
                      <a:cubicBezTo>
                        <a:pt x="80380" y="141756"/>
                        <a:pt x="75496" y="162321"/>
                        <a:pt x="48504" y="165149"/>
                      </a:cubicBezTo>
                      <a:cubicBezTo>
                        <a:pt x="23312" y="167848"/>
                        <a:pt x="14057" y="149982"/>
                        <a:pt x="10973" y="127874"/>
                      </a:cubicBezTo>
                      <a:cubicBezTo>
                        <a:pt x="6859" y="98440"/>
                        <a:pt x="2232" y="69135"/>
                        <a:pt x="176" y="39572"/>
                      </a:cubicBezTo>
                      <a:cubicBezTo>
                        <a:pt x="-1367" y="18621"/>
                        <a:pt x="7117" y="2169"/>
                        <a:pt x="30638" y="241"/>
                      </a:cubicBezTo>
                      <a:cubicBezTo>
                        <a:pt x="53774" y="-1687"/>
                        <a:pt x="69069" y="7825"/>
                        <a:pt x="71511" y="32889"/>
                      </a:cubicBezTo>
                      <a:cubicBezTo>
                        <a:pt x="74339" y="61294"/>
                        <a:pt x="76139" y="89700"/>
                        <a:pt x="78452" y="118234"/>
                      </a:cubicBezTo>
                      <a:close/>
                    </a:path>
                  </a:pathLst>
                </a:custGeom>
                <a:solidFill>
                  <a:srgbClr val="114C8E"/>
                </a:solidFill>
                <a:ln w="0" cap="flat">
                  <a:noFill/>
                  <a:prstDash val="solid"/>
                  <a:miter/>
                </a:ln>
              </p:spPr>
              <p:txBody>
                <a:bodyPr/>
                <a:lstStyle/>
                <a:p>
                  <a:endParaRPr lang="pt-BR"/>
                </a:p>
              </p:txBody>
            </p:sp>
            <p:sp>
              <p:nvSpPr>
                <p:cNvPr id="13" name="Forma Livre: Forma 12">
                  <a:extLst>
                    <a:ext uri="{FF2B5EF4-FFF2-40B4-BE49-F238E27FC236}">
                      <a16:creationId xmlns:a16="http://schemas.microsoft.com/office/drawing/2014/main" id="{50B023BE-9FCA-8B58-21EF-C685C7B32A3F}"/>
                    </a:ext>
                  </a:extLst>
                </p:cNvPr>
                <p:cNvSpPr/>
                <p:nvPr/>
              </p:nvSpPr>
              <p:spPr>
                <a:xfrm>
                  <a:off x="2975007" y="6660823"/>
                  <a:ext cx="69869" cy="76492"/>
                </a:xfrm>
                <a:custGeom>
                  <a:avLst/>
                  <a:gdLst>
                    <a:gd name="csX0" fmla="*/ 25499 w 69869"/>
                    <a:gd name="csY0" fmla="*/ 76364 h 76492"/>
                    <a:gd name="csX1" fmla="*/ 820 w 69869"/>
                    <a:gd name="csY1" fmla="*/ 35362 h 76492"/>
                    <a:gd name="csX2" fmla="*/ 33468 w 69869"/>
                    <a:gd name="csY2" fmla="*/ 15 h 76492"/>
                    <a:gd name="csX3" fmla="*/ 69200 w 69869"/>
                    <a:gd name="csY3" fmla="*/ 36133 h 76492"/>
                    <a:gd name="csX4" fmla="*/ 41822 w 69869"/>
                    <a:gd name="csY4" fmla="*/ 76492 h 76492"/>
                    <a:gd name="csX5" fmla="*/ 25370 w 69869"/>
                    <a:gd name="csY5" fmla="*/ 76364 h 76492"/>
                  </a:gdLst>
                  <a:ahLst/>
                  <a:cxnLst>
                    <a:cxn ang="0">
                      <a:pos x="csX0" y="csY0"/>
                    </a:cxn>
                    <a:cxn ang="0">
                      <a:pos x="csX1" y="csY1"/>
                    </a:cxn>
                    <a:cxn ang="0">
                      <a:pos x="csX2" y="csY2"/>
                    </a:cxn>
                    <a:cxn ang="0">
                      <a:pos x="csX3" y="csY3"/>
                    </a:cxn>
                    <a:cxn ang="0">
                      <a:pos x="csX4" y="csY4"/>
                    </a:cxn>
                    <a:cxn ang="0">
                      <a:pos x="csX5" y="csY5"/>
                    </a:cxn>
                  </a:cxnLst>
                  <a:rect l="l" t="t" r="r" b="b"/>
                  <a:pathLst>
                    <a:path w="69869" h="76492">
                      <a:moveTo>
                        <a:pt x="25499" y="76364"/>
                      </a:moveTo>
                      <a:cubicBezTo>
                        <a:pt x="16887" y="62739"/>
                        <a:pt x="3905" y="50143"/>
                        <a:pt x="820" y="35362"/>
                      </a:cubicBezTo>
                      <a:cubicBezTo>
                        <a:pt x="-3935" y="12226"/>
                        <a:pt x="12645" y="529"/>
                        <a:pt x="33468" y="15"/>
                      </a:cubicBezTo>
                      <a:cubicBezTo>
                        <a:pt x="55961" y="-499"/>
                        <a:pt x="73570" y="11969"/>
                        <a:pt x="69200" y="36133"/>
                      </a:cubicBezTo>
                      <a:cubicBezTo>
                        <a:pt x="66501" y="50786"/>
                        <a:pt x="51334" y="63125"/>
                        <a:pt x="41822" y="76492"/>
                      </a:cubicBezTo>
                      <a:cubicBezTo>
                        <a:pt x="36295" y="76492"/>
                        <a:pt x="30897" y="76492"/>
                        <a:pt x="25370" y="76364"/>
                      </a:cubicBezTo>
                      <a:close/>
                    </a:path>
                  </a:pathLst>
                </a:custGeom>
                <a:solidFill>
                  <a:srgbClr val="114C8E"/>
                </a:solidFill>
                <a:ln w="0" cap="flat">
                  <a:noFill/>
                  <a:prstDash val="solid"/>
                  <a:miter/>
                </a:ln>
              </p:spPr>
              <p:txBody>
                <a:bodyPr/>
                <a:lstStyle/>
                <a:p>
                  <a:endParaRPr lang="pt-BR"/>
                </a:p>
              </p:txBody>
            </p:sp>
            <p:sp>
              <p:nvSpPr>
                <p:cNvPr id="14" name="Forma Livre: Forma 13">
                  <a:extLst>
                    <a:ext uri="{FF2B5EF4-FFF2-40B4-BE49-F238E27FC236}">
                      <a16:creationId xmlns:a16="http://schemas.microsoft.com/office/drawing/2014/main" id="{A6C91BAA-18C7-17E2-C9CB-9FCB35B79FF1}"/>
                    </a:ext>
                  </a:extLst>
                </p:cNvPr>
                <p:cNvSpPr/>
                <p:nvPr/>
              </p:nvSpPr>
              <p:spPr>
                <a:xfrm>
                  <a:off x="4510333" y="6661442"/>
                  <a:ext cx="67005" cy="74716"/>
                </a:xfrm>
                <a:custGeom>
                  <a:avLst/>
                  <a:gdLst>
                    <a:gd name="csX0" fmla="*/ 25110 w 67005"/>
                    <a:gd name="csY0" fmla="*/ 74331 h 74716"/>
                    <a:gd name="csX1" fmla="*/ 689 w 67005"/>
                    <a:gd name="csY1" fmla="*/ 36414 h 74716"/>
                    <a:gd name="csX2" fmla="*/ 32051 w 67005"/>
                    <a:gd name="csY2" fmla="*/ 553 h 74716"/>
                    <a:gd name="csX3" fmla="*/ 66884 w 67005"/>
                    <a:gd name="csY3" fmla="*/ 34357 h 74716"/>
                    <a:gd name="csX4" fmla="*/ 40534 w 67005"/>
                    <a:gd name="csY4" fmla="*/ 74716 h 74716"/>
                    <a:gd name="csX5" fmla="*/ 25110 w 67005"/>
                    <a:gd name="csY5" fmla="*/ 74459 h 74716"/>
                  </a:gdLst>
                  <a:ahLst/>
                  <a:cxnLst>
                    <a:cxn ang="0">
                      <a:pos x="csX0" y="csY0"/>
                    </a:cxn>
                    <a:cxn ang="0">
                      <a:pos x="csX1" y="csY1"/>
                    </a:cxn>
                    <a:cxn ang="0">
                      <a:pos x="csX2" y="csY2"/>
                    </a:cxn>
                    <a:cxn ang="0">
                      <a:pos x="csX3" y="csY3"/>
                    </a:cxn>
                    <a:cxn ang="0">
                      <a:pos x="csX4" y="csY4"/>
                    </a:cxn>
                    <a:cxn ang="0">
                      <a:pos x="csX5" y="csY5"/>
                    </a:cxn>
                  </a:cxnLst>
                  <a:rect l="l" t="t" r="r" b="b"/>
                  <a:pathLst>
                    <a:path w="67005" h="74716">
                      <a:moveTo>
                        <a:pt x="25110" y="74331"/>
                      </a:moveTo>
                      <a:cubicBezTo>
                        <a:pt x="16627" y="61735"/>
                        <a:pt x="3260" y="50167"/>
                        <a:pt x="689" y="36414"/>
                      </a:cubicBezTo>
                      <a:cubicBezTo>
                        <a:pt x="-3424" y="14692"/>
                        <a:pt x="11357" y="-3432"/>
                        <a:pt x="32051" y="553"/>
                      </a:cubicBezTo>
                      <a:cubicBezTo>
                        <a:pt x="46061" y="3252"/>
                        <a:pt x="64827" y="20990"/>
                        <a:pt x="66884" y="34357"/>
                      </a:cubicBezTo>
                      <a:cubicBezTo>
                        <a:pt x="68683" y="46054"/>
                        <a:pt x="50174" y="61092"/>
                        <a:pt x="40534" y="74716"/>
                      </a:cubicBezTo>
                      <a:cubicBezTo>
                        <a:pt x="35393" y="74716"/>
                        <a:pt x="30252" y="74459"/>
                        <a:pt x="25110" y="74459"/>
                      </a:cubicBezTo>
                      <a:close/>
                    </a:path>
                  </a:pathLst>
                </a:custGeom>
                <a:solidFill>
                  <a:srgbClr val="114C8E"/>
                </a:solidFill>
                <a:ln w="0" cap="flat">
                  <a:noFill/>
                  <a:prstDash val="solid"/>
                  <a:miter/>
                </a:ln>
              </p:spPr>
              <p:txBody>
                <a:bodyPr/>
                <a:lstStyle/>
                <a:p>
                  <a:endParaRPr lang="pt-BR"/>
                </a:p>
              </p:txBody>
            </p:sp>
          </p:grpSp>
          <p:grpSp>
            <p:nvGrpSpPr>
              <p:cNvPr id="15" name="Gráfico 1">
                <a:extLst>
                  <a:ext uri="{FF2B5EF4-FFF2-40B4-BE49-F238E27FC236}">
                    <a16:creationId xmlns:a16="http://schemas.microsoft.com/office/drawing/2014/main" id="{E657A929-6920-892B-E2A5-B7B060DC4B4F}"/>
                  </a:ext>
                </a:extLst>
              </p:cNvPr>
              <p:cNvGrpSpPr/>
              <p:nvPr/>
            </p:nvGrpSpPr>
            <p:grpSpPr>
              <a:xfrm>
                <a:off x="2190180" y="4471527"/>
                <a:ext cx="3181777" cy="3181707"/>
                <a:chOff x="2190180" y="4471527"/>
                <a:chExt cx="3181777" cy="3181707"/>
              </a:xfrm>
              <a:solidFill>
                <a:srgbClr val="114C8E"/>
              </a:solidFill>
            </p:grpSpPr>
            <p:sp>
              <p:nvSpPr>
                <p:cNvPr id="16" name="Forma Livre: Forma 15">
                  <a:extLst>
                    <a:ext uri="{FF2B5EF4-FFF2-40B4-BE49-F238E27FC236}">
                      <a16:creationId xmlns:a16="http://schemas.microsoft.com/office/drawing/2014/main" id="{F66A1C55-167F-C4AB-E917-D1B1C9E6C534}"/>
                    </a:ext>
                  </a:extLst>
                </p:cNvPr>
                <p:cNvSpPr/>
                <p:nvPr/>
              </p:nvSpPr>
              <p:spPr>
                <a:xfrm>
                  <a:off x="2637195" y="5083481"/>
                  <a:ext cx="159328" cy="163368"/>
                </a:xfrm>
                <a:custGeom>
                  <a:avLst/>
                  <a:gdLst>
                    <a:gd name="csX0" fmla="*/ 719 w 159328"/>
                    <a:gd name="csY0" fmla="*/ 163368 h 163368"/>
                    <a:gd name="csX1" fmla="*/ 59330 w 159328"/>
                    <a:gd name="csY1" fmla="*/ 149872 h 163368"/>
                    <a:gd name="csX2" fmla="*/ 139920 w 159328"/>
                    <a:gd name="csY2" fmla="*/ 57714 h 163368"/>
                    <a:gd name="csX3" fmla="*/ 159329 w 159328"/>
                    <a:gd name="csY3" fmla="*/ 26352 h 163368"/>
                    <a:gd name="csX4" fmla="*/ 127838 w 159328"/>
                    <a:gd name="csY4" fmla="*/ 3 h 163368"/>
                    <a:gd name="csX5" fmla="*/ 87607 w 159328"/>
                    <a:gd name="csY5" fmla="*/ 20311 h 163368"/>
                    <a:gd name="csX6" fmla="*/ 5089 w 159328"/>
                    <a:gd name="csY6" fmla="*/ 112084 h 163368"/>
                    <a:gd name="csX7" fmla="*/ 719 w 159328"/>
                    <a:gd name="csY7" fmla="*/ 163368 h 1633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9328" h="163368">
                      <a:moveTo>
                        <a:pt x="719" y="163368"/>
                      </a:moveTo>
                      <a:cubicBezTo>
                        <a:pt x="20642" y="159255"/>
                        <a:pt x="46348" y="161440"/>
                        <a:pt x="59330" y="149872"/>
                      </a:cubicBezTo>
                      <a:cubicBezTo>
                        <a:pt x="89535" y="122752"/>
                        <a:pt x="113828" y="89205"/>
                        <a:pt x="139920" y="57714"/>
                      </a:cubicBezTo>
                      <a:cubicBezTo>
                        <a:pt x="146861" y="49360"/>
                        <a:pt x="151488" y="39206"/>
                        <a:pt x="159329" y="26352"/>
                      </a:cubicBezTo>
                      <a:cubicBezTo>
                        <a:pt x="147504" y="15813"/>
                        <a:pt x="137478" y="-254"/>
                        <a:pt x="127838" y="3"/>
                      </a:cubicBezTo>
                      <a:cubicBezTo>
                        <a:pt x="114085" y="389"/>
                        <a:pt x="98018" y="10029"/>
                        <a:pt x="87607" y="20311"/>
                      </a:cubicBezTo>
                      <a:cubicBezTo>
                        <a:pt x="58430" y="49360"/>
                        <a:pt x="29253" y="79051"/>
                        <a:pt x="5089" y="112084"/>
                      </a:cubicBezTo>
                      <a:cubicBezTo>
                        <a:pt x="-3651" y="124037"/>
                        <a:pt x="1747" y="146016"/>
                        <a:pt x="719" y="163368"/>
                      </a:cubicBezTo>
                      <a:close/>
                    </a:path>
                  </a:pathLst>
                </a:custGeom>
                <a:solidFill>
                  <a:srgbClr val="114C8E"/>
                </a:solidFill>
                <a:ln w="0" cap="flat">
                  <a:noFill/>
                  <a:prstDash val="solid"/>
                  <a:miter/>
                </a:ln>
              </p:spPr>
              <p:txBody>
                <a:bodyPr/>
                <a:lstStyle/>
                <a:p>
                  <a:endParaRPr lang="pt-BR"/>
                </a:p>
              </p:txBody>
            </p:sp>
            <p:sp>
              <p:nvSpPr>
                <p:cNvPr id="17" name="Forma Livre: Forma 16">
                  <a:extLst>
                    <a:ext uri="{FF2B5EF4-FFF2-40B4-BE49-F238E27FC236}">
                      <a16:creationId xmlns:a16="http://schemas.microsoft.com/office/drawing/2014/main" id="{1FBB1926-3EE3-6EC9-CFBB-209EA8615036}"/>
                    </a:ext>
                  </a:extLst>
                </p:cNvPr>
                <p:cNvSpPr/>
                <p:nvPr/>
              </p:nvSpPr>
              <p:spPr>
                <a:xfrm>
                  <a:off x="4922509" y="6226012"/>
                  <a:ext cx="215745" cy="503848"/>
                </a:xfrm>
                <a:custGeom>
                  <a:avLst/>
                  <a:gdLst>
                    <a:gd name="csX0" fmla="*/ 84650 w 215745"/>
                    <a:gd name="csY0" fmla="*/ 503848 h 503848"/>
                    <a:gd name="csX1" fmla="*/ 70897 w 215745"/>
                    <a:gd name="csY1" fmla="*/ 413490 h 503848"/>
                    <a:gd name="csX2" fmla="*/ 110100 w 215745"/>
                    <a:gd name="csY2" fmla="*/ 338684 h 503848"/>
                    <a:gd name="csX3" fmla="*/ 212669 w 215745"/>
                    <a:gd name="csY3" fmla="*/ 229431 h 503848"/>
                    <a:gd name="csX4" fmla="*/ 160870 w 215745"/>
                    <a:gd name="csY4" fmla="*/ 67737 h 503848"/>
                    <a:gd name="csX5" fmla="*/ 86964 w 215745"/>
                    <a:gd name="csY5" fmla="*/ 0 h 503848"/>
                    <a:gd name="csX6" fmla="*/ 90820 w 215745"/>
                    <a:gd name="csY6" fmla="*/ 55912 h 503848"/>
                    <a:gd name="csX7" fmla="*/ 155087 w 215745"/>
                    <a:gd name="csY7" fmla="*/ 209508 h 503848"/>
                    <a:gd name="csX8" fmla="*/ 44163 w 215745"/>
                    <a:gd name="csY8" fmla="*/ 321718 h 503848"/>
                    <a:gd name="csX9" fmla="*/ 32852 w 215745"/>
                    <a:gd name="csY9" fmla="*/ 334699 h 503848"/>
                    <a:gd name="csX10" fmla="*/ 84265 w 215745"/>
                    <a:gd name="csY10" fmla="*/ 503848 h 5038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5745" h="503848">
                      <a:moveTo>
                        <a:pt x="84650" y="503848"/>
                      </a:moveTo>
                      <a:cubicBezTo>
                        <a:pt x="79252" y="472744"/>
                        <a:pt x="66913" y="442024"/>
                        <a:pt x="70897" y="413490"/>
                      </a:cubicBezTo>
                      <a:cubicBezTo>
                        <a:pt x="74625" y="387012"/>
                        <a:pt x="91848" y="359635"/>
                        <a:pt x="110100" y="338684"/>
                      </a:cubicBezTo>
                      <a:cubicBezTo>
                        <a:pt x="143004" y="301024"/>
                        <a:pt x="233492" y="314777"/>
                        <a:pt x="212669" y="229431"/>
                      </a:cubicBezTo>
                      <a:cubicBezTo>
                        <a:pt x="199302" y="174548"/>
                        <a:pt x="183492" y="119407"/>
                        <a:pt x="160870" y="67737"/>
                      </a:cubicBezTo>
                      <a:cubicBezTo>
                        <a:pt x="150845" y="44858"/>
                        <a:pt x="121411" y="30462"/>
                        <a:pt x="86964" y="0"/>
                      </a:cubicBezTo>
                      <a:cubicBezTo>
                        <a:pt x="89020" y="34575"/>
                        <a:pt x="86707" y="46657"/>
                        <a:pt x="90820" y="55912"/>
                      </a:cubicBezTo>
                      <a:cubicBezTo>
                        <a:pt x="113699" y="107839"/>
                        <a:pt x="161513" y="162080"/>
                        <a:pt x="155087" y="209508"/>
                      </a:cubicBezTo>
                      <a:cubicBezTo>
                        <a:pt x="149431" y="251025"/>
                        <a:pt x="83365" y="284572"/>
                        <a:pt x="44163" y="321718"/>
                      </a:cubicBezTo>
                      <a:cubicBezTo>
                        <a:pt x="40050" y="325702"/>
                        <a:pt x="36322" y="330201"/>
                        <a:pt x="32852" y="334699"/>
                      </a:cubicBezTo>
                      <a:cubicBezTo>
                        <a:pt x="-26016" y="411948"/>
                        <a:pt x="-3909" y="490867"/>
                        <a:pt x="84265" y="503848"/>
                      </a:cubicBezTo>
                      <a:close/>
                    </a:path>
                  </a:pathLst>
                </a:custGeom>
                <a:solidFill>
                  <a:srgbClr val="114C8E"/>
                </a:solidFill>
                <a:ln w="0" cap="flat">
                  <a:noFill/>
                  <a:prstDash val="solid"/>
                  <a:miter/>
                </a:ln>
              </p:spPr>
              <p:txBody>
                <a:bodyPr/>
                <a:lstStyle/>
                <a:p>
                  <a:endParaRPr lang="pt-BR"/>
                </a:p>
              </p:txBody>
            </p:sp>
            <p:sp>
              <p:nvSpPr>
                <p:cNvPr id="18" name="Forma Livre: Forma 17">
                  <a:extLst>
                    <a:ext uri="{FF2B5EF4-FFF2-40B4-BE49-F238E27FC236}">
                      <a16:creationId xmlns:a16="http://schemas.microsoft.com/office/drawing/2014/main" id="{59AD99E2-B8D5-26CB-078B-353A275FFED3}"/>
                    </a:ext>
                  </a:extLst>
                </p:cNvPr>
                <p:cNvSpPr/>
                <p:nvPr/>
              </p:nvSpPr>
              <p:spPr>
                <a:xfrm>
                  <a:off x="2375836" y="6311486"/>
                  <a:ext cx="88973" cy="143699"/>
                </a:xfrm>
                <a:custGeom>
                  <a:avLst/>
                  <a:gdLst>
                    <a:gd name="csX0" fmla="*/ 0 w 88973"/>
                    <a:gd name="csY0" fmla="*/ 0 h 143699"/>
                    <a:gd name="csX1" fmla="*/ 53084 w 88973"/>
                    <a:gd name="csY1" fmla="*/ 143700 h 143699"/>
                    <a:gd name="csX2" fmla="*/ 0 w 88973"/>
                    <a:gd name="csY2" fmla="*/ 0 h 143699"/>
                  </a:gdLst>
                  <a:ahLst/>
                  <a:cxnLst>
                    <a:cxn ang="0">
                      <a:pos x="csX0" y="csY0"/>
                    </a:cxn>
                    <a:cxn ang="0">
                      <a:pos x="csX1" y="csY1"/>
                    </a:cxn>
                    <a:cxn ang="0">
                      <a:pos x="csX2" y="csY2"/>
                    </a:cxn>
                  </a:cxnLst>
                  <a:rect l="l" t="t" r="r" b="b"/>
                  <a:pathLst>
                    <a:path w="88973" h="143699">
                      <a:moveTo>
                        <a:pt x="0" y="0"/>
                      </a:moveTo>
                      <a:cubicBezTo>
                        <a:pt x="18766" y="50899"/>
                        <a:pt x="34061" y="92415"/>
                        <a:pt x="53084" y="143700"/>
                      </a:cubicBezTo>
                      <a:cubicBezTo>
                        <a:pt x="113494" y="48714"/>
                        <a:pt x="98842" y="7969"/>
                        <a:pt x="0" y="0"/>
                      </a:cubicBezTo>
                      <a:close/>
                    </a:path>
                  </a:pathLst>
                </a:custGeom>
                <a:solidFill>
                  <a:srgbClr val="114C8E"/>
                </a:solidFill>
                <a:ln w="0" cap="flat">
                  <a:noFill/>
                  <a:prstDash val="solid"/>
                  <a:miter/>
                </a:ln>
              </p:spPr>
              <p:txBody>
                <a:bodyPr/>
                <a:lstStyle/>
                <a:p>
                  <a:endParaRPr lang="pt-BR"/>
                </a:p>
              </p:txBody>
            </p:sp>
            <p:sp>
              <p:nvSpPr>
                <p:cNvPr id="19" name="Forma Livre: Forma 18">
                  <a:extLst>
                    <a:ext uri="{FF2B5EF4-FFF2-40B4-BE49-F238E27FC236}">
                      <a16:creationId xmlns:a16="http://schemas.microsoft.com/office/drawing/2014/main" id="{C67072AB-4821-3F7E-8BDF-2CD179252668}"/>
                    </a:ext>
                  </a:extLst>
                </p:cNvPr>
                <p:cNvSpPr/>
                <p:nvPr/>
              </p:nvSpPr>
              <p:spPr>
                <a:xfrm>
                  <a:off x="2365040" y="5979872"/>
                  <a:ext cx="200768" cy="94456"/>
                </a:xfrm>
                <a:custGeom>
                  <a:avLst/>
                  <a:gdLst>
                    <a:gd name="csX0" fmla="*/ 0 w 200768"/>
                    <a:gd name="csY0" fmla="*/ 59511 h 94456"/>
                    <a:gd name="csX1" fmla="*/ 6427 w 200768"/>
                    <a:gd name="csY1" fmla="*/ 89973 h 94456"/>
                    <a:gd name="csX2" fmla="*/ 200768 w 200768"/>
                    <a:gd name="csY2" fmla="*/ 33033 h 94456"/>
                    <a:gd name="csX3" fmla="*/ 190614 w 200768"/>
                    <a:gd name="csY3" fmla="*/ 0 h 94456"/>
                    <a:gd name="csX4" fmla="*/ 0 w 200768"/>
                    <a:gd name="csY4" fmla="*/ 59639 h 94456"/>
                  </a:gdLst>
                  <a:ahLst/>
                  <a:cxnLst>
                    <a:cxn ang="0">
                      <a:pos x="csX0" y="csY0"/>
                    </a:cxn>
                    <a:cxn ang="0">
                      <a:pos x="csX1" y="csY1"/>
                    </a:cxn>
                    <a:cxn ang="0">
                      <a:pos x="csX2" y="csY2"/>
                    </a:cxn>
                    <a:cxn ang="0">
                      <a:pos x="csX3" y="csY3"/>
                    </a:cxn>
                    <a:cxn ang="0">
                      <a:pos x="csX4" y="csY4"/>
                    </a:cxn>
                  </a:cxnLst>
                  <a:rect l="l" t="t" r="r" b="b"/>
                  <a:pathLst>
                    <a:path w="200768" h="94456">
                      <a:moveTo>
                        <a:pt x="0" y="59511"/>
                      </a:moveTo>
                      <a:cubicBezTo>
                        <a:pt x="2185" y="69665"/>
                        <a:pt x="4242" y="79819"/>
                        <a:pt x="6427" y="89973"/>
                      </a:cubicBezTo>
                      <a:cubicBezTo>
                        <a:pt x="82390" y="107711"/>
                        <a:pt x="141386" y="69536"/>
                        <a:pt x="200768" y="33033"/>
                      </a:cubicBezTo>
                      <a:cubicBezTo>
                        <a:pt x="197426" y="21979"/>
                        <a:pt x="193956" y="10925"/>
                        <a:pt x="190614" y="0"/>
                      </a:cubicBezTo>
                      <a:cubicBezTo>
                        <a:pt x="127119" y="19923"/>
                        <a:pt x="63495" y="39717"/>
                        <a:pt x="0" y="59639"/>
                      </a:cubicBezTo>
                      <a:close/>
                    </a:path>
                  </a:pathLst>
                </a:custGeom>
                <a:solidFill>
                  <a:srgbClr val="114C8E"/>
                </a:solidFill>
                <a:ln w="0" cap="flat">
                  <a:noFill/>
                  <a:prstDash val="solid"/>
                  <a:miter/>
                </a:ln>
              </p:spPr>
              <p:txBody>
                <a:bodyPr/>
                <a:lstStyle/>
                <a:p>
                  <a:endParaRPr lang="pt-BR"/>
                </a:p>
              </p:txBody>
            </p:sp>
            <p:sp>
              <p:nvSpPr>
                <p:cNvPr id="20" name="Forma Livre: Forma 19">
                  <a:extLst>
                    <a:ext uri="{FF2B5EF4-FFF2-40B4-BE49-F238E27FC236}">
                      <a16:creationId xmlns:a16="http://schemas.microsoft.com/office/drawing/2014/main" id="{E6056FBC-E640-223F-273B-779394D09EDB}"/>
                    </a:ext>
                  </a:extLst>
                </p:cNvPr>
                <p:cNvSpPr/>
                <p:nvPr/>
              </p:nvSpPr>
              <p:spPr>
                <a:xfrm>
                  <a:off x="4678758" y="6905693"/>
                  <a:ext cx="193465" cy="163940"/>
                </a:xfrm>
                <a:custGeom>
                  <a:avLst/>
                  <a:gdLst>
                    <a:gd name="csX0" fmla="*/ 188301 w 193465"/>
                    <a:gd name="csY0" fmla="*/ 128 h 163940"/>
                    <a:gd name="csX1" fmla="*/ 143314 w 193465"/>
                    <a:gd name="csY1" fmla="*/ 51670 h 163940"/>
                    <a:gd name="csX2" fmla="*/ 101541 w 193465"/>
                    <a:gd name="csY2" fmla="*/ 108996 h 163940"/>
                    <a:gd name="csX3" fmla="*/ 13882 w 193465"/>
                    <a:gd name="csY3" fmla="*/ 93315 h 163940"/>
                    <a:gd name="csX4" fmla="*/ 0 w 193465"/>
                    <a:gd name="csY4" fmla="*/ 132132 h 163940"/>
                    <a:gd name="csX5" fmla="*/ 85731 w 193465"/>
                    <a:gd name="csY5" fmla="*/ 162465 h 163940"/>
                    <a:gd name="csX6" fmla="*/ 188172 w 193465"/>
                    <a:gd name="csY6" fmla="*/ 0 h 1639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465" h="163940">
                      <a:moveTo>
                        <a:pt x="188301" y="128"/>
                      </a:moveTo>
                      <a:cubicBezTo>
                        <a:pt x="171720" y="19023"/>
                        <a:pt x="156681" y="34704"/>
                        <a:pt x="143314" y="51670"/>
                      </a:cubicBezTo>
                      <a:cubicBezTo>
                        <a:pt x="127762" y="71464"/>
                        <a:pt x="113623" y="92415"/>
                        <a:pt x="101541" y="108996"/>
                      </a:cubicBezTo>
                      <a:cubicBezTo>
                        <a:pt x="68637" y="103083"/>
                        <a:pt x="41259" y="98199"/>
                        <a:pt x="13882" y="93315"/>
                      </a:cubicBezTo>
                      <a:cubicBezTo>
                        <a:pt x="9254" y="106296"/>
                        <a:pt x="4627" y="119278"/>
                        <a:pt x="0" y="132132"/>
                      </a:cubicBezTo>
                      <a:cubicBezTo>
                        <a:pt x="28920" y="143186"/>
                        <a:pt x="64138" y="170563"/>
                        <a:pt x="85731" y="162465"/>
                      </a:cubicBezTo>
                      <a:cubicBezTo>
                        <a:pt x="161309" y="133931"/>
                        <a:pt x="210151" y="52441"/>
                        <a:pt x="188172" y="0"/>
                      </a:cubicBezTo>
                      <a:close/>
                    </a:path>
                  </a:pathLst>
                </a:custGeom>
                <a:solidFill>
                  <a:srgbClr val="114C8E"/>
                </a:solidFill>
                <a:ln w="0" cap="flat">
                  <a:noFill/>
                  <a:prstDash val="solid"/>
                  <a:miter/>
                </a:ln>
              </p:spPr>
              <p:txBody>
                <a:bodyPr/>
                <a:lstStyle/>
                <a:p>
                  <a:endParaRPr lang="pt-BR"/>
                </a:p>
              </p:txBody>
            </p:sp>
            <p:sp>
              <p:nvSpPr>
                <p:cNvPr id="21" name="Forma Livre: Forma 20">
                  <a:extLst>
                    <a:ext uri="{FF2B5EF4-FFF2-40B4-BE49-F238E27FC236}">
                      <a16:creationId xmlns:a16="http://schemas.microsoft.com/office/drawing/2014/main" id="{BB90797D-82D5-3709-D6B6-EDBED7A2FBBD}"/>
                    </a:ext>
                  </a:extLst>
                </p:cNvPr>
                <p:cNvSpPr/>
                <p:nvPr/>
              </p:nvSpPr>
              <p:spPr>
                <a:xfrm>
                  <a:off x="2619789" y="5994010"/>
                  <a:ext cx="378917" cy="918495"/>
                </a:xfrm>
                <a:custGeom>
                  <a:avLst/>
                  <a:gdLst>
                    <a:gd name="csX0" fmla="*/ 27766 w 378917"/>
                    <a:gd name="csY0" fmla="*/ 0 h 918495"/>
                    <a:gd name="csX1" fmla="*/ 3 w 378917"/>
                    <a:gd name="csY1" fmla="*/ 78405 h 918495"/>
                    <a:gd name="csX2" fmla="*/ 206169 w 378917"/>
                    <a:gd name="csY2" fmla="*/ 743434 h 918495"/>
                    <a:gd name="csX3" fmla="*/ 340614 w 378917"/>
                    <a:gd name="csY3" fmla="*/ 918495 h 918495"/>
                    <a:gd name="csX4" fmla="*/ 378917 w 378917"/>
                    <a:gd name="csY4" fmla="*/ 900244 h 918495"/>
                    <a:gd name="csX5" fmla="*/ 339072 w 378917"/>
                    <a:gd name="csY5" fmla="*/ 815026 h 918495"/>
                    <a:gd name="csX6" fmla="*/ 59128 w 378917"/>
                    <a:gd name="csY6" fmla="*/ 69279 h 918495"/>
                    <a:gd name="csX7" fmla="*/ 27766 w 378917"/>
                    <a:gd name="csY7" fmla="*/ 0 h 918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78917" h="918495">
                      <a:moveTo>
                        <a:pt x="27766" y="0"/>
                      </a:moveTo>
                      <a:cubicBezTo>
                        <a:pt x="18126" y="26092"/>
                        <a:pt x="-254" y="52441"/>
                        <a:pt x="3" y="78405"/>
                      </a:cubicBezTo>
                      <a:cubicBezTo>
                        <a:pt x="2188" y="319790"/>
                        <a:pt x="79436" y="539966"/>
                        <a:pt x="206169" y="743434"/>
                      </a:cubicBezTo>
                      <a:cubicBezTo>
                        <a:pt x="244858" y="805515"/>
                        <a:pt x="295499" y="860270"/>
                        <a:pt x="340614" y="918495"/>
                      </a:cubicBezTo>
                      <a:cubicBezTo>
                        <a:pt x="353339" y="912454"/>
                        <a:pt x="366064" y="906285"/>
                        <a:pt x="378917" y="900244"/>
                      </a:cubicBezTo>
                      <a:cubicBezTo>
                        <a:pt x="365935" y="871581"/>
                        <a:pt x="358224" y="838805"/>
                        <a:pt x="339072" y="815026"/>
                      </a:cubicBezTo>
                      <a:cubicBezTo>
                        <a:pt x="162211" y="596649"/>
                        <a:pt x="83035" y="343568"/>
                        <a:pt x="59128" y="69279"/>
                      </a:cubicBezTo>
                      <a:cubicBezTo>
                        <a:pt x="57071" y="45501"/>
                        <a:pt x="38691" y="23007"/>
                        <a:pt x="27766" y="0"/>
                      </a:cubicBezTo>
                      <a:close/>
                    </a:path>
                  </a:pathLst>
                </a:custGeom>
                <a:solidFill>
                  <a:srgbClr val="114C8E"/>
                </a:solidFill>
                <a:ln w="0" cap="flat">
                  <a:noFill/>
                  <a:prstDash val="solid"/>
                  <a:miter/>
                </a:ln>
              </p:spPr>
              <p:txBody>
                <a:bodyPr/>
                <a:lstStyle/>
                <a:p>
                  <a:endParaRPr lang="pt-BR"/>
                </a:p>
              </p:txBody>
            </p:sp>
            <p:sp>
              <p:nvSpPr>
                <p:cNvPr id="22" name="Forma Livre: Forma 21">
                  <a:extLst>
                    <a:ext uri="{FF2B5EF4-FFF2-40B4-BE49-F238E27FC236}">
                      <a16:creationId xmlns:a16="http://schemas.microsoft.com/office/drawing/2014/main" id="{1D3FCB47-B68E-014E-3A94-62D0DCFF95F9}"/>
                    </a:ext>
                  </a:extLst>
                </p:cNvPr>
                <p:cNvSpPr/>
                <p:nvPr/>
              </p:nvSpPr>
              <p:spPr>
                <a:xfrm>
                  <a:off x="2626108" y="6795155"/>
                  <a:ext cx="133784" cy="173779"/>
                </a:xfrm>
                <a:custGeom>
                  <a:avLst/>
                  <a:gdLst>
                    <a:gd name="csX0" fmla="*/ 31729 w 133784"/>
                    <a:gd name="csY0" fmla="*/ 0 h 173779"/>
                    <a:gd name="csX1" fmla="*/ 367 w 133784"/>
                    <a:gd name="csY1" fmla="*/ 46657 h 173779"/>
                    <a:gd name="csX2" fmla="*/ 89569 w 133784"/>
                    <a:gd name="csY2" fmla="*/ 173005 h 173779"/>
                    <a:gd name="csX3" fmla="*/ 133784 w 133784"/>
                    <a:gd name="csY3" fmla="*/ 158481 h 173779"/>
                    <a:gd name="csX4" fmla="*/ 31600 w 133784"/>
                    <a:gd name="csY4" fmla="*/ 128 h 173779"/>
                  </a:gdLst>
                  <a:ahLst/>
                  <a:cxnLst>
                    <a:cxn ang="0">
                      <a:pos x="csX0" y="csY0"/>
                    </a:cxn>
                    <a:cxn ang="0">
                      <a:pos x="csX1" y="csY1"/>
                    </a:cxn>
                    <a:cxn ang="0">
                      <a:pos x="csX2" y="csY2"/>
                    </a:cxn>
                    <a:cxn ang="0">
                      <a:pos x="csX3" y="csY3"/>
                    </a:cxn>
                    <a:cxn ang="0">
                      <a:pos x="csX4" y="csY4"/>
                    </a:cxn>
                  </a:cxnLst>
                  <a:rect l="l" t="t" r="r" b="b"/>
                  <a:pathLst>
                    <a:path w="133784" h="173779">
                      <a:moveTo>
                        <a:pt x="31729" y="0"/>
                      </a:moveTo>
                      <a:cubicBezTo>
                        <a:pt x="15662" y="23136"/>
                        <a:pt x="-2846" y="41388"/>
                        <a:pt x="367" y="46657"/>
                      </a:cubicBezTo>
                      <a:cubicBezTo>
                        <a:pt x="27359" y="90487"/>
                        <a:pt x="57178" y="132903"/>
                        <a:pt x="89569" y="173005"/>
                      </a:cubicBezTo>
                      <a:cubicBezTo>
                        <a:pt x="92911" y="177118"/>
                        <a:pt x="118489" y="163751"/>
                        <a:pt x="133784" y="158481"/>
                      </a:cubicBezTo>
                      <a:cubicBezTo>
                        <a:pt x="101779" y="108867"/>
                        <a:pt x="69775" y="59254"/>
                        <a:pt x="31600" y="128"/>
                      </a:cubicBezTo>
                      <a:close/>
                    </a:path>
                  </a:pathLst>
                </a:custGeom>
                <a:solidFill>
                  <a:srgbClr val="114C8E"/>
                </a:solidFill>
                <a:ln w="0" cap="flat">
                  <a:noFill/>
                  <a:prstDash val="solid"/>
                  <a:miter/>
                </a:ln>
              </p:spPr>
              <p:txBody>
                <a:bodyPr/>
                <a:lstStyle/>
                <a:p>
                  <a:endParaRPr lang="pt-BR"/>
                </a:p>
              </p:txBody>
            </p:sp>
            <p:sp>
              <p:nvSpPr>
                <p:cNvPr id="23" name="Forma Livre: Forma 22">
                  <a:extLst>
                    <a:ext uri="{FF2B5EF4-FFF2-40B4-BE49-F238E27FC236}">
                      <a16:creationId xmlns:a16="http://schemas.microsoft.com/office/drawing/2014/main" id="{A550D58A-A8F2-944F-F76D-2B48DC5A75A7}"/>
                    </a:ext>
                  </a:extLst>
                </p:cNvPr>
                <p:cNvSpPr/>
                <p:nvPr/>
              </p:nvSpPr>
              <p:spPr>
                <a:xfrm>
                  <a:off x="2749738" y="6986075"/>
                  <a:ext cx="142414" cy="101492"/>
                </a:xfrm>
                <a:custGeom>
                  <a:avLst/>
                  <a:gdLst>
                    <a:gd name="csX0" fmla="*/ 0 w 142414"/>
                    <a:gd name="csY0" fmla="*/ 50079 h 101492"/>
                    <a:gd name="csX1" fmla="*/ 122620 w 142414"/>
                    <a:gd name="csY1" fmla="*/ 101493 h 101492"/>
                    <a:gd name="csX2" fmla="*/ 142414 w 142414"/>
                    <a:gd name="csY2" fmla="*/ 69231 h 101492"/>
                    <a:gd name="csX3" fmla="*/ 55783 w 142414"/>
                    <a:gd name="csY3" fmla="*/ 209 h 101492"/>
                    <a:gd name="csX4" fmla="*/ 0 w 142414"/>
                    <a:gd name="csY4" fmla="*/ 50079 h 101492"/>
                  </a:gdLst>
                  <a:ahLst/>
                  <a:cxnLst>
                    <a:cxn ang="0">
                      <a:pos x="csX0" y="csY0"/>
                    </a:cxn>
                    <a:cxn ang="0">
                      <a:pos x="csX1" y="csY1"/>
                    </a:cxn>
                    <a:cxn ang="0">
                      <a:pos x="csX2" y="csY2"/>
                    </a:cxn>
                    <a:cxn ang="0">
                      <a:pos x="csX3" y="csY3"/>
                    </a:cxn>
                    <a:cxn ang="0">
                      <a:pos x="csX4" y="csY4"/>
                    </a:cxn>
                  </a:cxnLst>
                  <a:rect l="l" t="t" r="r" b="b"/>
                  <a:pathLst>
                    <a:path w="142414" h="101492">
                      <a:moveTo>
                        <a:pt x="0" y="50079"/>
                      </a:moveTo>
                      <a:cubicBezTo>
                        <a:pt x="49614" y="70902"/>
                        <a:pt x="86117" y="86197"/>
                        <a:pt x="122620" y="101493"/>
                      </a:cubicBezTo>
                      <a:cubicBezTo>
                        <a:pt x="129175" y="90696"/>
                        <a:pt x="135859" y="80028"/>
                        <a:pt x="142414" y="69231"/>
                      </a:cubicBezTo>
                      <a:cubicBezTo>
                        <a:pt x="114009" y="45452"/>
                        <a:pt x="87145" y="19360"/>
                        <a:pt x="55783" y="209"/>
                      </a:cubicBezTo>
                      <a:cubicBezTo>
                        <a:pt x="50899" y="-2748"/>
                        <a:pt x="26092" y="26301"/>
                        <a:pt x="0" y="50079"/>
                      </a:cubicBezTo>
                      <a:close/>
                    </a:path>
                  </a:pathLst>
                </a:custGeom>
                <a:solidFill>
                  <a:srgbClr val="114C8E"/>
                </a:solidFill>
                <a:ln w="0" cap="flat">
                  <a:noFill/>
                  <a:prstDash val="solid"/>
                  <a:miter/>
                </a:ln>
              </p:spPr>
              <p:txBody>
                <a:bodyPr/>
                <a:lstStyle/>
                <a:p>
                  <a:endParaRPr lang="pt-BR"/>
                </a:p>
              </p:txBody>
            </p:sp>
            <p:grpSp>
              <p:nvGrpSpPr>
                <p:cNvPr id="24" name="Gráfico 1">
                  <a:extLst>
                    <a:ext uri="{FF2B5EF4-FFF2-40B4-BE49-F238E27FC236}">
                      <a16:creationId xmlns:a16="http://schemas.microsoft.com/office/drawing/2014/main" id="{676CFF81-DEDC-9927-E9B2-B1AECE5028B0}"/>
                    </a:ext>
                  </a:extLst>
                </p:cNvPr>
                <p:cNvGrpSpPr/>
                <p:nvPr/>
              </p:nvGrpSpPr>
              <p:grpSpPr>
                <a:xfrm>
                  <a:off x="2190180" y="4471527"/>
                  <a:ext cx="3181777" cy="3181707"/>
                  <a:chOff x="2190180" y="4471527"/>
                  <a:chExt cx="3181777" cy="3181707"/>
                </a:xfrm>
                <a:solidFill>
                  <a:srgbClr val="114C8E"/>
                </a:solidFill>
              </p:grpSpPr>
              <p:sp>
                <p:nvSpPr>
                  <p:cNvPr id="25" name="Forma Livre: Forma 24">
                    <a:extLst>
                      <a:ext uri="{FF2B5EF4-FFF2-40B4-BE49-F238E27FC236}">
                        <a16:creationId xmlns:a16="http://schemas.microsoft.com/office/drawing/2014/main" id="{254F6B41-F190-8E23-C01B-0D3479880C9C}"/>
                      </a:ext>
                    </a:extLst>
                  </p:cNvPr>
                  <p:cNvSpPr/>
                  <p:nvPr/>
                </p:nvSpPr>
                <p:spPr>
                  <a:xfrm>
                    <a:off x="2190180" y="4471527"/>
                    <a:ext cx="3181777" cy="3181707"/>
                  </a:xfrm>
                  <a:custGeom>
                    <a:avLst/>
                    <a:gdLst>
                      <a:gd name="csX0" fmla="*/ 3179570 w 3181777"/>
                      <a:gd name="csY0" fmla="*/ 1567984 h 3181707"/>
                      <a:gd name="csX1" fmla="*/ 1471370 w 3181777"/>
                      <a:gd name="csY1" fmla="*/ 3740 h 3181707"/>
                      <a:gd name="csX2" fmla="*/ 1212 w 3181777"/>
                      <a:gd name="csY2" fmla="*/ 1633021 h 3181707"/>
                      <a:gd name="csX3" fmla="*/ 1737176 w 3181777"/>
                      <a:gd name="csY3" fmla="*/ 3175800 h 3181707"/>
                      <a:gd name="csX4" fmla="*/ 3179570 w 3181777"/>
                      <a:gd name="csY4" fmla="*/ 1567984 h 3181707"/>
                      <a:gd name="csX5" fmla="*/ 2846928 w 3181777"/>
                      <a:gd name="csY5" fmla="*/ 712726 h 3181707"/>
                      <a:gd name="csX6" fmla="*/ 3048338 w 3181777"/>
                      <a:gd name="csY6" fmla="*/ 1147681 h 3181707"/>
                      <a:gd name="csX7" fmla="*/ 3006822 w 3181777"/>
                      <a:gd name="csY7" fmla="*/ 1286754 h 3181707"/>
                      <a:gd name="csX8" fmla="*/ 2915307 w 3181777"/>
                      <a:gd name="csY8" fmla="*/ 1369915 h 3181707"/>
                      <a:gd name="csX9" fmla="*/ 2827648 w 3181777"/>
                      <a:gd name="csY9" fmla="*/ 1271201 h 3181707"/>
                      <a:gd name="csX10" fmla="*/ 2757597 w 3181777"/>
                      <a:gd name="csY10" fmla="*/ 1283412 h 3181707"/>
                      <a:gd name="csX11" fmla="*/ 2757597 w 3181777"/>
                      <a:gd name="csY11" fmla="*/ 1284055 h 3181707"/>
                      <a:gd name="csX12" fmla="*/ 2757083 w 3181777"/>
                      <a:gd name="csY12" fmla="*/ 1284440 h 3181707"/>
                      <a:gd name="csX13" fmla="*/ 2757469 w 3181777"/>
                      <a:gd name="csY13" fmla="*/ 1283412 h 3181707"/>
                      <a:gd name="csX14" fmla="*/ 2309147 w 3181777"/>
                      <a:gd name="csY14" fmla="*/ 449106 h 3181707"/>
                      <a:gd name="csX15" fmla="*/ 2445391 w 3181777"/>
                      <a:gd name="csY15" fmla="*/ 327128 h 3181707"/>
                      <a:gd name="csX16" fmla="*/ 2846799 w 3181777"/>
                      <a:gd name="csY16" fmla="*/ 712726 h 3181707"/>
                      <a:gd name="csX17" fmla="*/ 2389480 w 3181777"/>
                      <a:gd name="csY17" fmla="*/ 295381 h 3181707"/>
                      <a:gd name="csX18" fmla="*/ 2286525 w 3181777"/>
                      <a:gd name="csY18" fmla="*/ 413374 h 3181707"/>
                      <a:gd name="csX19" fmla="*/ 1644375 w 3181777"/>
                      <a:gd name="csY19" fmla="*/ 94612 h 3181707"/>
                      <a:gd name="csX20" fmla="*/ 2389351 w 3181777"/>
                      <a:gd name="csY20" fmla="*/ 295381 h 3181707"/>
                      <a:gd name="csX21" fmla="*/ 1488079 w 3181777"/>
                      <a:gd name="csY21" fmla="*/ 84458 h 3181707"/>
                      <a:gd name="csX22" fmla="*/ 1500033 w 3181777"/>
                      <a:gd name="csY22" fmla="*/ 105666 h 3181707"/>
                      <a:gd name="csX23" fmla="*/ 902355 w 3181777"/>
                      <a:gd name="csY23" fmla="*/ 413888 h 3181707"/>
                      <a:gd name="csX24" fmla="*/ 794259 w 3181777"/>
                      <a:gd name="csY24" fmla="*/ 308619 h 3181707"/>
                      <a:gd name="csX25" fmla="*/ 1488079 w 3181777"/>
                      <a:gd name="csY25" fmla="*/ 84587 h 3181707"/>
                      <a:gd name="csX26" fmla="*/ 2251307 w 3181777"/>
                      <a:gd name="csY26" fmla="*/ 2944056 h 3181707"/>
                      <a:gd name="csX27" fmla="*/ 2200279 w 3181777"/>
                      <a:gd name="csY27" fmla="*/ 2970662 h 3181707"/>
                      <a:gd name="csX28" fmla="*/ 2195395 w 3181777"/>
                      <a:gd name="csY28" fmla="*/ 2972975 h 3181707"/>
                      <a:gd name="csX29" fmla="*/ 2169946 w 3181777"/>
                      <a:gd name="csY29" fmla="*/ 2984672 h 3181707"/>
                      <a:gd name="csX30" fmla="*/ 2164290 w 3181777"/>
                      <a:gd name="csY30" fmla="*/ 2987114 h 3181707"/>
                      <a:gd name="csX31" fmla="*/ 2137684 w 3181777"/>
                      <a:gd name="csY31" fmla="*/ 2998296 h 3181707"/>
                      <a:gd name="csX32" fmla="*/ 2133956 w 3181777"/>
                      <a:gd name="csY32" fmla="*/ 2999710 h 3181707"/>
                      <a:gd name="csX33" fmla="*/ 1972905 w 3181777"/>
                      <a:gd name="csY33" fmla="*/ 3050609 h 3181707"/>
                      <a:gd name="csX34" fmla="*/ 1969177 w 3181777"/>
                      <a:gd name="csY34" fmla="*/ 3051509 h 3181707"/>
                      <a:gd name="csX35" fmla="*/ 1937044 w 3181777"/>
                      <a:gd name="csY35" fmla="*/ 3058835 h 3181707"/>
                      <a:gd name="csX36" fmla="*/ 1933445 w 3181777"/>
                      <a:gd name="csY36" fmla="*/ 3059606 h 3181707"/>
                      <a:gd name="csX37" fmla="*/ 1715454 w 3181777"/>
                      <a:gd name="csY37" fmla="*/ 3090326 h 3181707"/>
                      <a:gd name="csX38" fmla="*/ 1714683 w 3181777"/>
                      <a:gd name="csY38" fmla="*/ 3090326 h 3181707"/>
                      <a:gd name="csX39" fmla="*/ 1677279 w 3181777"/>
                      <a:gd name="csY39" fmla="*/ 3092639 h 3181707"/>
                      <a:gd name="csX40" fmla="*/ 1677279 w 3181777"/>
                      <a:gd name="csY40" fmla="*/ 3092639 h 3181707"/>
                      <a:gd name="csX41" fmla="*/ 1677279 w 3181777"/>
                      <a:gd name="csY41" fmla="*/ 3092639 h 3181707"/>
                      <a:gd name="csX42" fmla="*/ 1404147 w 3181777"/>
                      <a:gd name="csY42" fmla="*/ 3083899 h 3181707"/>
                      <a:gd name="csX43" fmla="*/ 1403248 w 3181777"/>
                      <a:gd name="csY43" fmla="*/ 3083899 h 3181707"/>
                      <a:gd name="csX44" fmla="*/ 1368929 w 3181777"/>
                      <a:gd name="csY44" fmla="*/ 3079529 h 3181707"/>
                      <a:gd name="csX45" fmla="*/ 1368929 w 3181777"/>
                      <a:gd name="csY45" fmla="*/ 3079529 h 3181707"/>
                      <a:gd name="csX46" fmla="*/ 1234484 w 3181777"/>
                      <a:gd name="csY46" fmla="*/ 3054208 h 3181707"/>
                      <a:gd name="csX47" fmla="*/ 1233327 w 3181777"/>
                      <a:gd name="csY47" fmla="*/ 3053951 h 3181707"/>
                      <a:gd name="csX48" fmla="*/ 1077417 w 3181777"/>
                      <a:gd name="csY48" fmla="*/ 3005109 h 3181707"/>
                      <a:gd name="csX49" fmla="*/ 1075746 w 3181777"/>
                      <a:gd name="csY49" fmla="*/ 3004466 h 3181707"/>
                      <a:gd name="csX50" fmla="*/ 1047083 w 3181777"/>
                      <a:gd name="csY50" fmla="*/ 2992512 h 3181707"/>
                      <a:gd name="csX51" fmla="*/ 1047083 w 3181777"/>
                      <a:gd name="csY51" fmla="*/ 2992512 h 3181707"/>
                      <a:gd name="csX52" fmla="*/ 1047083 w 3181777"/>
                      <a:gd name="csY52" fmla="*/ 2992512 h 3181707"/>
                      <a:gd name="csX53" fmla="*/ 954797 w 3181777"/>
                      <a:gd name="csY53" fmla="*/ 2946112 h 3181707"/>
                      <a:gd name="csX54" fmla="*/ 706729 w 3181777"/>
                      <a:gd name="csY54" fmla="*/ 2798042 h 3181707"/>
                      <a:gd name="csX55" fmla="*/ 166377 w 3181777"/>
                      <a:gd name="csY55" fmla="*/ 1098839 h 3181707"/>
                      <a:gd name="csX56" fmla="*/ 277044 w 3181777"/>
                      <a:gd name="csY56" fmla="*/ 1440093 h 3181707"/>
                      <a:gd name="csX57" fmla="*/ 319331 w 3181777"/>
                      <a:gd name="csY57" fmla="*/ 1216832 h 3181707"/>
                      <a:gd name="csX58" fmla="*/ 222803 w 3181777"/>
                      <a:gd name="csY58" fmla="*/ 1074803 h 3181707"/>
                      <a:gd name="csX59" fmla="*/ 193240 w 3181777"/>
                      <a:gd name="csY59" fmla="*/ 1012079 h 3181707"/>
                      <a:gd name="csX60" fmla="*/ 586165 w 3181777"/>
                      <a:gd name="csY60" fmla="*/ 454376 h 3181707"/>
                      <a:gd name="csX61" fmla="*/ 739890 w 3181777"/>
                      <a:gd name="csY61" fmla="*/ 345637 h 3181707"/>
                      <a:gd name="csX62" fmla="*/ 879091 w 3181777"/>
                      <a:gd name="csY62" fmla="*/ 466586 h 3181707"/>
                      <a:gd name="csX63" fmla="*/ 459946 w 3181777"/>
                      <a:gd name="csY63" fmla="*/ 1204107 h 3181707"/>
                      <a:gd name="csX64" fmla="*/ 490279 w 3181777"/>
                      <a:gd name="csY64" fmla="*/ 1220817 h 3181707"/>
                      <a:gd name="csX65" fmla="*/ 533209 w 3181777"/>
                      <a:gd name="csY65" fmla="*/ 1143697 h 3181707"/>
                      <a:gd name="csX66" fmla="*/ 1072790 w 3181777"/>
                      <a:gd name="csY66" fmla="*/ 405790 h 3181707"/>
                      <a:gd name="csX67" fmla="*/ 1560443 w 3181777"/>
                      <a:gd name="csY67" fmla="*/ 161964 h 3181707"/>
                      <a:gd name="csX68" fmla="*/ 1624838 w 3181777"/>
                      <a:gd name="csY68" fmla="*/ 169033 h 3181707"/>
                      <a:gd name="csX69" fmla="*/ 1871878 w 3181777"/>
                      <a:gd name="csY69" fmla="*/ 272502 h 3181707"/>
                      <a:gd name="csX70" fmla="*/ 2676108 w 3181777"/>
                      <a:gd name="csY70" fmla="*/ 1269659 h 3181707"/>
                      <a:gd name="csX71" fmla="*/ 2674180 w 3181777"/>
                      <a:gd name="csY71" fmla="*/ 1790731 h 3181707"/>
                      <a:gd name="csX72" fmla="*/ 2665182 w 3181777"/>
                      <a:gd name="csY72" fmla="*/ 1868879 h 3181707"/>
                      <a:gd name="csX73" fmla="*/ 2758369 w 3181777"/>
                      <a:gd name="csY73" fmla="*/ 1297808 h 3181707"/>
                      <a:gd name="csX74" fmla="*/ 2757340 w 3181777"/>
                      <a:gd name="csY74" fmla="*/ 1297165 h 3181707"/>
                      <a:gd name="csX75" fmla="*/ 2758111 w 3181777"/>
                      <a:gd name="csY75" fmla="*/ 1296394 h 3181707"/>
                      <a:gd name="csX76" fmla="*/ 2758369 w 3181777"/>
                      <a:gd name="csY76" fmla="*/ 1297808 h 3181707"/>
                      <a:gd name="csX77" fmla="*/ 2829704 w 3181777"/>
                      <a:gd name="csY77" fmla="*/ 1350121 h 3181707"/>
                      <a:gd name="csX78" fmla="*/ 3008751 w 3181777"/>
                      <a:gd name="csY78" fmla="*/ 1376213 h 3181707"/>
                      <a:gd name="csX79" fmla="*/ 3088312 w 3181777"/>
                      <a:gd name="csY79" fmla="*/ 1331355 h 3181707"/>
                      <a:gd name="csX80" fmla="*/ 3089597 w 3181777"/>
                      <a:gd name="csY80" fmla="*/ 1340095 h 3181707"/>
                      <a:gd name="csX81" fmla="*/ 3088569 w 3181777"/>
                      <a:gd name="csY81" fmla="*/ 1333283 h 3181707"/>
                      <a:gd name="csX82" fmla="*/ 3057722 w 3181777"/>
                      <a:gd name="csY82" fmla="*/ 1978903 h 3181707"/>
                      <a:gd name="csX83" fmla="*/ 2501946 w 3181777"/>
                      <a:gd name="csY83" fmla="*/ 2800099 h 3181707"/>
                      <a:gd name="csX84" fmla="*/ 2494234 w 3181777"/>
                      <a:gd name="csY84" fmla="*/ 2799456 h 3181707"/>
                      <a:gd name="csX85" fmla="*/ 2498861 w 3181777"/>
                      <a:gd name="csY85" fmla="*/ 2796114 h 3181707"/>
                      <a:gd name="csX86" fmla="*/ 2251564 w 3181777"/>
                      <a:gd name="csY86" fmla="*/ 2944184 h 31817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3181777" h="3181707">
                        <a:moveTo>
                          <a:pt x="3179570" y="1567984"/>
                        </a:moveTo>
                        <a:cubicBezTo>
                          <a:pt x="3179956" y="554631"/>
                          <a:pt x="2306190" y="-53714"/>
                          <a:pt x="1471370" y="3740"/>
                        </a:cubicBezTo>
                        <a:cubicBezTo>
                          <a:pt x="629480" y="61708"/>
                          <a:pt x="-32206" y="793702"/>
                          <a:pt x="1212" y="1633021"/>
                        </a:cubicBezTo>
                        <a:cubicBezTo>
                          <a:pt x="34759" y="2475554"/>
                          <a:pt x="757628" y="3257675"/>
                          <a:pt x="1737176" y="3175800"/>
                        </a:cubicBezTo>
                        <a:cubicBezTo>
                          <a:pt x="2553487" y="3107549"/>
                          <a:pt x="3225328" y="2405246"/>
                          <a:pt x="3179570" y="1567984"/>
                        </a:cubicBezTo>
                        <a:close/>
                        <a:moveTo>
                          <a:pt x="2846928" y="712726"/>
                        </a:moveTo>
                        <a:cubicBezTo>
                          <a:pt x="2939857" y="845758"/>
                          <a:pt x="3008622" y="988686"/>
                          <a:pt x="3048338" y="1147681"/>
                        </a:cubicBezTo>
                        <a:cubicBezTo>
                          <a:pt x="3064405" y="1212205"/>
                          <a:pt x="3053865" y="1248965"/>
                          <a:pt x="3006822" y="1286754"/>
                        </a:cubicBezTo>
                        <a:cubicBezTo>
                          <a:pt x="2975589" y="1311818"/>
                          <a:pt x="2947440" y="1340481"/>
                          <a:pt x="2915307" y="1369915"/>
                        </a:cubicBezTo>
                        <a:cubicBezTo>
                          <a:pt x="2883817" y="1334054"/>
                          <a:pt x="2857210" y="1301278"/>
                          <a:pt x="2827648" y="1271201"/>
                        </a:cubicBezTo>
                        <a:cubicBezTo>
                          <a:pt x="2800142" y="1243053"/>
                          <a:pt x="2773278" y="1237654"/>
                          <a:pt x="2757597" y="1283412"/>
                        </a:cubicBezTo>
                        <a:cubicBezTo>
                          <a:pt x="2757597" y="1283669"/>
                          <a:pt x="2757597" y="1283798"/>
                          <a:pt x="2757597" y="1284055"/>
                        </a:cubicBezTo>
                        <a:cubicBezTo>
                          <a:pt x="2757597" y="1284055"/>
                          <a:pt x="2756826" y="1284826"/>
                          <a:pt x="2757083" y="1284440"/>
                        </a:cubicBezTo>
                        <a:cubicBezTo>
                          <a:pt x="2757083" y="1284055"/>
                          <a:pt x="2757340" y="1283798"/>
                          <a:pt x="2757469" y="1283412"/>
                        </a:cubicBezTo>
                        <a:cubicBezTo>
                          <a:pt x="2709783" y="953340"/>
                          <a:pt x="2543462" y="684321"/>
                          <a:pt x="2309147" y="449106"/>
                        </a:cubicBezTo>
                        <a:cubicBezTo>
                          <a:pt x="2356318" y="406818"/>
                          <a:pt x="2398348" y="369287"/>
                          <a:pt x="2445391" y="327128"/>
                        </a:cubicBezTo>
                        <a:cubicBezTo>
                          <a:pt x="2612998" y="422628"/>
                          <a:pt x="2739089" y="558487"/>
                          <a:pt x="2846799" y="712726"/>
                        </a:cubicBezTo>
                        <a:close/>
                        <a:moveTo>
                          <a:pt x="2389480" y="295381"/>
                        </a:moveTo>
                        <a:cubicBezTo>
                          <a:pt x="2350277" y="340367"/>
                          <a:pt x="2314931" y="380855"/>
                          <a:pt x="2286525" y="413374"/>
                        </a:cubicBezTo>
                        <a:cubicBezTo>
                          <a:pt x="2074574" y="308105"/>
                          <a:pt x="1869565" y="206307"/>
                          <a:pt x="1644375" y="94612"/>
                        </a:cubicBezTo>
                        <a:cubicBezTo>
                          <a:pt x="1829591" y="70063"/>
                          <a:pt x="2204521" y="179830"/>
                          <a:pt x="2389351" y="295381"/>
                        </a:cubicBezTo>
                        <a:close/>
                        <a:moveTo>
                          <a:pt x="1488079" y="84458"/>
                        </a:moveTo>
                        <a:cubicBezTo>
                          <a:pt x="1492064" y="91528"/>
                          <a:pt x="1496048" y="98597"/>
                          <a:pt x="1500033" y="105666"/>
                        </a:cubicBezTo>
                        <a:cubicBezTo>
                          <a:pt x="1305177" y="206179"/>
                          <a:pt x="1110193" y="306691"/>
                          <a:pt x="902355" y="413888"/>
                        </a:cubicBezTo>
                        <a:cubicBezTo>
                          <a:pt x="874978" y="387153"/>
                          <a:pt x="837960" y="351164"/>
                          <a:pt x="794259" y="308619"/>
                        </a:cubicBezTo>
                        <a:cubicBezTo>
                          <a:pt x="1007624" y="163763"/>
                          <a:pt x="1241682" y="105795"/>
                          <a:pt x="1488079" y="84587"/>
                        </a:cubicBezTo>
                        <a:close/>
                        <a:moveTo>
                          <a:pt x="2251307" y="2944056"/>
                        </a:moveTo>
                        <a:cubicBezTo>
                          <a:pt x="2234983" y="2953438"/>
                          <a:pt x="2217760" y="2962179"/>
                          <a:pt x="2200279" y="2970662"/>
                        </a:cubicBezTo>
                        <a:cubicBezTo>
                          <a:pt x="2198608" y="2971433"/>
                          <a:pt x="2197066" y="2972204"/>
                          <a:pt x="2195395" y="2972975"/>
                        </a:cubicBezTo>
                        <a:cubicBezTo>
                          <a:pt x="2187041" y="2976960"/>
                          <a:pt x="2178557" y="2980816"/>
                          <a:pt x="2169946" y="2984672"/>
                        </a:cubicBezTo>
                        <a:cubicBezTo>
                          <a:pt x="2168018" y="2985443"/>
                          <a:pt x="2166218" y="2986343"/>
                          <a:pt x="2164290" y="2987114"/>
                        </a:cubicBezTo>
                        <a:cubicBezTo>
                          <a:pt x="2155550" y="2990970"/>
                          <a:pt x="2146681" y="2994698"/>
                          <a:pt x="2137684" y="2998296"/>
                        </a:cubicBezTo>
                        <a:cubicBezTo>
                          <a:pt x="2136527" y="2998810"/>
                          <a:pt x="2135242" y="2999196"/>
                          <a:pt x="2133956" y="2999710"/>
                        </a:cubicBezTo>
                        <a:cubicBezTo>
                          <a:pt x="2083314" y="3019761"/>
                          <a:pt x="2029331" y="3036856"/>
                          <a:pt x="1972905" y="3050609"/>
                        </a:cubicBezTo>
                        <a:cubicBezTo>
                          <a:pt x="1971619" y="3050866"/>
                          <a:pt x="1970463" y="3051252"/>
                          <a:pt x="1969177" y="3051509"/>
                        </a:cubicBezTo>
                        <a:cubicBezTo>
                          <a:pt x="1958509" y="3054080"/>
                          <a:pt x="1947841" y="3056522"/>
                          <a:pt x="1937044" y="3058835"/>
                        </a:cubicBezTo>
                        <a:cubicBezTo>
                          <a:pt x="1935887" y="3059092"/>
                          <a:pt x="1934602" y="3059349"/>
                          <a:pt x="1933445" y="3059606"/>
                        </a:cubicBezTo>
                        <a:cubicBezTo>
                          <a:pt x="1863266" y="3074645"/>
                          <a:pt x="1789874" y="3085056"/>
                          <a:pt x="1715454" y="3090326"/>
                        </a:cubicBezTo>
                        <a:cubicBezTo>
                          <a:pt x="1715197" y="3090326"/>
                          <a:pt x="1714940" y="3090326"/>
                          <a:pt x="1714683" y="3090326"/>
                        </a:cubicBezTo>
                        <a:cubicBezTo>
                          <a:pt x="1702215" y="3091226"/>
                          <a:pt x="1689747" y="3091997"/>
                          <a:pt x="1677279" y="3092639"/>
                        </a:cubicBezTo>
                        <a:cubicBezTo>
                          <a:pt x="1677279" y="3092639"/>
                          <a:pt x="1677279" y="3092639"/>
                          <a:pt x="1677279" y="3092639"/>
                        </a:cubicBezTo>
                        <a:cubicBezTo>
                          <a:pt x="1677279" y="3092639"/>
                          <a:pt x="1677279" y="3092639"/>
                          <a:pt x="1677279" y="3092639"/>
                        </a:cubicBezTo>
                        <a:cubicBezTo>
                          <a:pt x="1586150" y="3097138"/>
                          <a:pt x="1493863" y="3094310"/>
                          <a:pt x="1404147" y="3083899"/>
                        </a:cubicBezTo>
                        <a:cubicBezTo>
                          <a:pt x="1403890" y="3083899"/>
                          <a:pt x="1403505" y="3083899"/>
                          <a:pt x="1403248" y="3083899"/>
                        </a:cubicBezTo>
                        <a:cubicBezTo>
                          <a:pt x="1391808" y="3082614"/>
                          <a:pt x="1380369" y="3081072"/>
                          <a:pt x="1368929" y="3079529"/>
                        </a:cubicBezTo>
                        <a:cubicBezTo>
                          <a:pt x="1368929" y="3079529"/>
                          <a:pt x="1368929" y="3079529"/>
                          <a:pt x="1368929" y="3079529"/>
                        </a:cubicBezTo>
                        <a:cubicBezTo>
                          <a:pt x="1323172" y="3073102"/>
                          <a:pt x="1278185" y="3064748"/>
                          <a:pt x="1234484" y="3054208"/>
                        </a:cubicBezTo>
                        <a:cubicBezTo>
                          <a:pt x="1234099" y="3054208"/>
                          <a:pt x="1233713" y="3054080"/>
                          <a:pt x="1233327" y="3053951"/>
                        </a:cubicBezTo>
                        <a:cubicBezTo>
                          <a:pt x="1178958" y="3040841"/>
                          <a:pt x="1126645" y="3024646"/>
                          <a:pt x="1077417" y="3005109"/>
                        </a:cubicBezTo>
                        <a:cubicBezTo>
                          <a:pt x="1076903" y="3004852"/>
                          <a:pt x="1076260" y="3004594"/>
                          <a:pt x="1075746" y="3004466"/>
                        </a:cubicBezTo>
                        <a:cubicBezTo>
                          <a:pt x="1066106" y="3000610"/>
                          <a:pt x="1056466" y="2996625"/>
                          <a:pt x="1047083" y="2992512"/>
                        </a:cubicBezTo>
                        <a:cubicBezTo>
                          <a:pt x="1047083" y="2992512"/>
                          <a:pt x="1047083" y="2992512"/>
                          <a:pt x="1047083" y="2992512"/>
                        </a:cubicBezTo>
                        <a:lnTo>
                          <a:pt x="1047083" y="2992512"/>
                        </a:lnTo>
                        <a:cubicBezTo>
                          <a:pt x="1014822" y="2978502"/>
                          <a:pt x="983845" y="2963078"/>
                          <a:pt x="954797" y="2946112"/>
                        </a:cubicBezTo>
                        <a:lnTo>
                          <a:pt x="706729" y="2798042"/>
                        </a:lnTo>
                        <a:cubicBezTo>
                          <a:pt x="211620" y="2458330"/>
                          <a:pt x="-62411" y="1741117"/>
                          <a:pt x="166377" y="1098839"/>
                        </a:cubicBezTo>
                        <a:cubicBezTo>
                          <a:pt x="268689" y="1191768"/>
                          <a:pt x="316375" y="1297294"/>
                          <a:pt x="277044" y="1440093"/>
                        </a:cubicBezTo>
                        <a:cubicBezTo>
                          <a:pt x="345551" y="1372357"/>
                          <a:pt x="360590" y="1290995"/>
                          <a:pt x="319331" y="1216832"/>
                        </a:cubicBezTo>
                        <a:cubicBezTo>
                          <a:pt x="291439" y="1166833"/>
                          <a:pt x="263162" y="1114006"/>
                          <a:pt x="222803" y="1074803"/>
                        </a:cubicBezTo>
                        <a:cubicBezTo>
                          <a:pt x="200052" y="1052696"/>
                          <a:pt x="192340" y="1032645"/>
                          <a:pt x="193240" y="1012079"/>
                        </a:cubicBezTo>
                        <a:cubicBezTo>
                          <a:pt x="280642" y="797173"/>
                          <a:pt x="415987" y="606815"/>
                          <a:pt x="586165" y="454376"/>
                        </a:cubicBezTo>
                        <a:cubicBezTo>
                          <a:pt x="633465" y="415173"/>
                          <a:pt x="684492" y="378798"/>
                          <a:pt x="739890" y="345637"/>
                        </a:cubicBezTo>
                        <a:cubicBezTo>
                          <a:pt x="784234" y="384197"/>
                          <a:pt x="829220" y="423271"/>
                          <a:pt x="879091" y="466586"/>
                        </a:cubicBezTo>
                        <a:cubicBezTo>
                          <a:pt x="659300" y="668254"/>
                          <a:pt x="512516" y="911567"/>
                          <a:pt x="459946" y="1204107"/>
                        </a:cubicBezTo>
                        <a:cubicBezTo>
                          <a:pt x="470100" y="1209634"/>
                          <a:pt x="480125" y="1215161"/>
                          <a:pt x="490279" y="1220817"/>
                        </a:cubicBezTo>
                        <a:cubicBezTo>
                          <a:pt x="504932" y="1195239"/>
                          <a:pt x="524983" y="1171203"/>
                          <a:pt x="533209" y="1143697"/>
                        </a:cubicBezTo>
                        <a:cubicBezTo>
                          <a:pt x="626396" y="835475"/>
                          <a:pt x="805313" y="583937"/>
                          <a:pt x="1072790" y="405790"/>
                        </a:cubicBezTo>
                        <a:cubicBezTo>
                          <a:pt x="1222788" y="305920"/>
                          <a:pt x="1396178" y="240240"/>
                          <a:pt x="1560443" y="161964"/>
                        </a:cubicBezTo>
                        <a:cubicBezTo>
                          <a:pt x="1577153" y="153994"/>
                          <a:pt x="1605173" y="161192"/>
                          <a:pt x="1624838" y="169033"/>
                        </a:cubicBezTo>
                        <a:cubicBezTo>
                          <a:pt x="1707870" y="201937"/>
                          <a:pt x="1790003" y="236770"/>
                          <a:pt x="1871878" y="272502"/>
                        </a:cubicBezTo>
                        <a:cubicBezTo>
                          <a:pt x="2315445" y="466586"/>
                          <a:pt x="2591019" y="800386"/>
                          <a:pt x="2676108" y="1269659"/>
                        </a:cubicBezTo>
                        <a:cubicBezTo>
                          <a:pt x="2706570" y="1437780"/>
                          <a:pt x="2677007" y="1616697"/>
                          <a:pt x="2674180" y="1790731"/>
                        </a:cubicBezTo>
                        <a:cubicBezTo>
                          <a:pt x="2673794" y="1815152"/>
                          <a:pt x="2668653" y="1839573"/>
                          <a:pt x="2665182" y="1868879"/>
                        </a:cubicBezTo>
                        <a:cubicBezTo>
                          <a:pt x="2764024" y="1826977"/>
                          <a:pt x="2805412" y="1546262"/>
                          <a:pt x="2758369" y="1297808"/>
                        </a:cubicBezTo>
                        <a:cubicBezTo>
                          <a:pt x="2757983" y="1297551"/>
                          <a:pt x="2757726" y="1297294"/>
                          <a:pt x="2757340" y="1297165"/>
                        </a:cubicBezTo>
                        <a:lnTo>
                          <a:pt x="2758111" y="1296394"/>
                        </a:lnTo>
                        <a:cubicBezTo>
                          <a:pt x="2758111" y="1296394"/>
                          <a:pt x="2758240" y="1297294"/>
                          <a:pt x="2758369" y="1297808"/>
                        </a:cubicBezTo>
                        <a:cubicBezTo>
                          <a:pt x="2782533" y="1314903"/>
                          <a:pt x="2810296" y="1328784"/>
                          <a:pt x="2829704" y="1350121"/>
                        </a:cubicBezTo>
                        <a:cubicBezTo>
                          <a:pt x="2899883" y="1426598"/>
                          <a:pt x="2923790" y="1431482"/>
                          <a:pt x="3008751" y="1376213"/>
                        </a:cubicBezTo>
                        <a:cubicBezTo>
                          <a:pt x="3025331" y="1365416"/>
                          <a:pt x="3071603" y="1344594"/>
                          <a:pt x="3088312" y="1331355"/>
                        </a:cubicBezTo>
                        <a:cubicBezTo>
                          <a:pt x="3088826" y="1334311"/>
                          <a:pt x="3089212" y="1337267"/>
                          <a:pt x="3089597" y="1340095"/>
                        </a:cubicBezTo>
                        <a:cubicBezTo>
                          <a:pt x="3089212" y="1337910"/>
                          <a:pt x="3088955" y="1335596"/>
                          <a:pt x="3088569" y="1333283"/>
                        </a:cubicBezTo>
                        <a:cubicBezTo>
                          <a:pt x="3122502" y="1518241"/>
                          <a:pt x="3118389" y="1747158"/>
                          <a:pt x="3057722" y="1978903"/>
                        </a:cubicBezTo>
                        <a:cubicBezTo>
                          <a:pt x="2981501" y="2278384"/>
                          <a:pt x="2811067" y="2577737"/>
                          <a:pt x="2501946" y="2800099"/>
                        </a:cubicBezTo>
                        <a:lnTo>
                          <a:pt x="2494234" y="2799456"/>
                        </a:lnTo>
                        <a:cubicBezTo>
                          <a:pt x="2495776" y="2798299"/>
                          <a:pt x="2497319" y="2797271"/>
                          <a:pt x="2498861" y="2796114"/>
                        </a:cubicBezTo>
                        <a:lnTo>
                          <a:pt x="2251564" y="2944184"/>
                        </a:lnTo>
                        <a:close/>
                      </a:path>
                    </a:pathLst>
                  </a:custGeom>
                  <a:solidFill>
                    <a:srgbClr val="114C8E"/>
                  </a:solidFill>
                  <a:ln w="0" cap="flat">
                    <a:noFill/>
                    <a:prstDash val="solid"/>
                    <a:miter/>
                  </a:ln>
                </p:spPr>
                <p:txBody>
                  <a:bodyPr/>
                  <a:lstStyle/>
                  <a:p>
                    <a:endParaRPr lang="pt-BR"/>
                  </a:p>
                </p:txBody>
              </p:sp>
              <p:sp>
                <p:nvSpPr>
                  <p:cNvPr id="26" name="Forma Livre: Forma 25">
                    <a:extLst>
                      <a:ext uri="{FF2B5EF4-FFF2-40B4-BE49-F238E27FC236}">
                        <a16:creationId xmlns:a16="http://schemas.microsoft.com/office/drawing/2014/main" id="{8D711419-F71C-258E-6BF4-8E62AA7797F1}"/>
                      </a:ext>
                    </a:extLst>
                  </p:cNvPr>
                  <p:cNvSpPr/>
                  <p:nvPr/>
                </p:nvSpPr>
                <p:spPr>
                  <a:xfrm>
                    <a:off x="4806262" y="5070738"/>
                    <a:ext cx="196398" cy="217175"/>
                  </a:xfrm>
                  <a:custGeom>
                    <a:avLst/>
                    <a:gdLst>
                      <a:gd name="csX0" fmla="*/ 0 w 196398"/>
                      <a:gd name="csY0" fmla="*/ 23928 h 217175"/>
                      <a:gd name="csX1" fmla="*/ 26863 w 196398"/>
                      <a:gd name="csY1" fmla="*/ 55161 h 217175"/>
                      <a:gd name="csX2" fmla="*/ 108610 w 196398"/>
                      <a:gd name="csY2" fmla="*/ 177139 h 217175"/>
                      <a:gd name="csX3" fmla="*/ 152183 w 196398"/>
                      <a:gd name="csY3" fmla="*/ 216856 h 217175"/>
                      <a:gd name="csX4" fmla="*/ 196398 w 196398"/>
                      <a:gd name="csY4" fmla="*/ 185622 h 217175"/>
                      <a:gd name="csX5" fmla="*/ 38688 w 196398"/>
                      <a:gd name="csY5" fmla="*/ 149 h 217175"/>
                      <a:gd name="csX6" fmla="*/ 0 w 196398"/>
                      <a:gd name="csY6" fmla="*/ 23799 h 2171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6398" h="217175">
                        <a:moveTo>
                          <a:pt x="0" y="23928"/>
                        </a:moveTo>
                        <a:cubicBezTo>
                          <a:pt x="8869" y="34596"/>
                          <a:pt x="15553" y="49120"/>
                          <a:pt x="26863" y="55161"/>
                        </a:cubicBezTo>
                        <a:cubicBezTo>
                          <a:pt x="76606" y="81768"/>
                          <a:pt x="103212" y="125983"/>
                          <a:pt x="108610" y="177139"/>
                        </a:cubicBezTo>
                        <a:cubicBezTo>
                          <a:pt x="110281" y="192434"/>
                          <a:pt x="134445" y="209529"/>
                          <a:pt x="152183" y="216856"/>
                        </a:cubicBezTo>
                        <a:cubicBezTo>
                          <a:pt x="159638" y="219940"/>
                          <a:pt x="176990" y="200018"/>
                          <a:pt x="196398" y="185622"/>
                        </a:cubicBezTo>
                        <a:cubicBezTo>
                          <a:pt x="141515" y="119942"/>
                          <a:pt x="91130" y="59146"/>
                          <a:pt x="38688" y="149"/>
                        </a:cubicBezTo>
                        <a:cubicBezTo>
                          <a:pt x="37017" y="-1779"/>
                          <a:pt x="13368" y="15445"/>
                          <a:pt x="0" y="23799"/>
                        </a:cubicBezTo>
                        <a:close/>
                      </a:path>
                    </a:pathLst>
                  </a:custGeom>
                  <a:solidFill>
                    <a:srgbClr val="114C8E"/>
                  </a:solidFill>
                  <a:ln w="0" cap="flat">
                    <a:noFill/>
                    <a:prstDash val="solid"/>
                    <a:miter/>
                  </a:ln>
                </p:spPr>
                <p:txBody>
                  <a:bodyPr/>
                  <a:lstStyle/>
                  <a:p>
                    <a:endParaRPr lang="pt-BR"/>
                  </a:p>
                </p:txBody>
              </p:sp>
              <p:sp>
                <p:nvSpPr>
                  <p:cNvPr id="27" name="Forma Livre: Forma 26">
                    <a:extLst>
                      <a:ext uri="{FF2B5EF4-FFF2-40B4-BE49-F238E27FC236}">
                        <a16:creationId xmlns:a16="http://schemas.microsoft.com/office/drawing/2014/main" id="{E1D87362-2049-28C4-A894-8D812837BBE1}"/>
                      </a:ext>
                    </a:extLst>
                  </p:cNvPr>
                  <p:cNvSpPr/>
                  <p:nvPr/>
                </p:nvSpPr>
                <p:spPr>
                  <a:xfrm>
                    <a:off x="5279391" y="5811622"/>
                    <a:ext cx="4241" cy="29434"/>
                  </a:xfrm>
                  <a:custGeom>
                    <a:avLst/>
                    <a:gdLst>
                      <a:gd name="csX0" fmla="*/ 0 w 4241"/>
                      <a:gd name="csY0" fmla="*/ 0 h 29434"/>
                      <a:gd name="csX1" fmla="*/ 4242 w 4241"/>
                      <a:gd name="csY1" fmla="*/ 29434 h 29434"/>
                      <a:gd name="csX2" fmla="*/ 0 w 4241"/>
                      <a:gd name="csY2" fmla="*/ 0 h 29434"/>
                    </a:gdLst>
                    <a:ahLst/>
                    <a:cxnLst>
                      <a:cxn ang="0">
                        <a:pos x="csX0" y="csY0"/>
                      </a:cxn>
                      <a:cxn ang="0">
                        <a:pos x="csX1" y="csY1"/>
                      </a:cxn>
                      <a:cxn ang="0">
                        <a:pos x="csX2" y="csY2"/>
                      </a:cxn>
                    </a:cxnLst>
                    <a:rect l="l" t="t" r="r" b="b"/>
                    <a:pathLst>
                      <a:path w="4241" h="29434">
                        <a:moveTo>
                          <a:pt x="0" y="0"/>
                        </a:moveTo>
                        <a:cubicBezTo>
                          <a:pt x="1542" y="9768"/>
                          <a:pt x="2828" y="19537"/>
                          <a:pt x="4242" y="29434"/>
                        </a:cubicBezTo>
                        <a:cubicBezTo>
                          <a:pt x="2956" y="19537"/>
                          <a:pt x="1542" y="9768"/>
                          <a:pt x="0" y="0"/>
                        </a:cubicBezTo>
                        <a:close/>
                      </a:path>
                    </a:pathLst>
                  </a:custGeom>
                  <a:solidFill>
                    <a:srgbClr val="114C8E"/>
                  </a:solidFill>
                  <a:ln w="0" cap="flat">
                    <a:noFill/>
                    <a:prstDash val="solid"/>
                    <a:miter/>
                  </a:ln>
                </p:spPr>
                <p:txBody>
                  <a:bodyPr/>
                  <a:lstStyle/>
                  <a:p>
                    <a:endParaRPr lang="pt-BR"/>
                  </a:p>
                </p:txBody>
              </p:sp>
              <p:sp>
                <p:nvSpPr>
                  <p:cNvPr id="28" name="Forma Livre: Forma 27">
                    <a:extLst>
                      <a:ext uri="{FF2B5EF4-FFF2-40B4-BE49-F238E27FC236}">
                        <a16:creationId xmlns:a16="http://schemas.microsoft.com/office/drawing/2014/main" id="{A5E760AE-C846-C0F8-9152-F83076C4572B}"/>
                      </a:ext>
                    </a:extLst>
                  </p:cNvPr>
                  <p:cNvSpPr/>
                  <p:nvPr/>
                </p:nvSpPr>
                <p:spPr>
                  <a:xfrm>
                    <a:off x="5270522" y="5841185"/>
                    <a:ext cx="28148" cy="503334"/>
                  </a:xfrm>
                  <a:custGeom>
                    <a:avLst/>
                    <a:gdLst>
                      <a:gd name="csX0" fmla="*/ 129 w 28148"/>
                      <a:gd name="csY0" fmla="*/ 503334 h 503334"/>
                      <a:gd name="csX1" fmla="*/ 28149 w 28148"/>
                      <a:gd name="csY1" fmla="*/ 212208 h 503334"/>
                      <a:gd name="csX2" fmla="*/ 12982 w 28148"/>
                      <a:gd name="csY2" fmla="*/ 0 h 503334"/>
                      <a:gd name="csX3" fmla="*/ 0 w 28148"/>
                      <a:gd name="csY3" fmla="*/ 503334 h 503334"/>
                    </a:gdLst>
                    <a:ahLst/>
                    <a:cxnLst>
                      <a:cxn ang="0">
                        <a:pos x="csX0" y="csY0"/>
                      </a:cxn>
                      <a:cxn ang="0">
                        <a:pos x="csX1" y="csY1"/>
                      </a:cxn>
                      <a:cxn ang="0">
                        <a:pos x="csX2" y="csY2"/>
                      </a:cxn>
                      <a:cxn ang="0">
                        <a:pos x="csX3" y="csY3"/>
                      </a:cxn>
                    </a:cxnLst>
                    <a:rect l="l" t="t" r="r" b="b"/>
                    <a:pathLst>
                      <a:path w="28148" h="503334">
                        <a:moveTo>
                          <a:pt x="129" y="503334"/>
                        </a:moveTo>
                        <a:cubicBezTo>
                          <a:pt x="18509" y="409120"/>
                          <a:pt x="28149" y="311821"/>
                          <a:pt x="28149" y="212208"/>
                        </a:cubicBezTo>
                        <a:cubicBezTo>
                          <a:pt x="28149" y="140101"/>
                          <a:pt x="22751" y="69279"/>
                          <a:pt x="12982" y="0"/>
                        </a:cubicBezTo>
                        <a:cubicBezTo>
                          <a:pt x="33547" y="154111"/>
                          <a:pt x="32262" y="327116"/>
                          <a:pt x="0" y="503334"/>
                        </a:cubicBezTo>
                        <a:close/>
                      </a:path>
                    </a:pathLst>
                  </a:custGeom>
                  <a:solidFill>
                    <a:srgbClr val="114C8E"/>
                  </a:solidFill>
                  <a:ln w="0" cap="flat">
                    <a:noFill/>
                    <a:prstDash val="solid"/>
                    <a:miter/>
                  </a:ln>
                </p:spPr>
                <p:txBody>
                  <a:bodyPr/>
                  <a:lstStyle/>
                  <a:p>
                    <a:endParaRPr lang="pt-BR"/>
                  </a:p>
                </p:txBody>
              </p:sp>
              <p:sp>
                <p:nvSpPr>
                  <p:cNvPr id="29" name="Forma Livre: Forma 28">
                    <a:extLst>
                      <a:ext uri="{FF2B5EF4-FFF2-40B4-BE49-F238E27FC236}">
                        <a16:creationId xmlns:a16="http://schemas.microsoft.com/office/drawing/2014/main" id="{49FD96DF-CD99-BACE-9E8B-6A715E312F8B}"/>
                      </a:ext>
                    </a:extLst>
                  </p:cNvPr>
                  <p:cNvSpPr/>
                  <p:nvPr/>
                </p:nvSpPr>
                <p:spPr>
                  <a:xfrm>
                    <a:off x="5043662" y="5450424"/>
                    <a:ext cx="155139" cy="154389"/>
                  </a:xfrm>
                  <a:custGeom>
                    <a:avLst/>
                    <a:gdLst>
                      <a:gd name="csX0" fmla="*/ 0 w 155139"/>
                      <a:gd name="csY0" fmla="*/ 7733 h 154389"/>
                      <a:gd name="csX1" fmla="*/ 155139 w 155139"/>
                      <a:gd name="csY1" fmla="*/ 154389 h 154389"/>
                      <a:gd name="csX2" fmla="*/ 0 w 155139"/>
                      <a:gd name="csY2" fmla="*/ 7733 h 154389"/>
                    </a:gdLst>
                    <a:ahLst/>
                    <a:cxnLst>
                      <a:cxn ang="0">
                        <a:pos x="csX0" y="csY0"/>
                      </a:cxn>
                      <a:cxn ang="0">
                        <a:pos x="csX1" y="csY1"/>
                      </a:cxn>
                      <a:cxn ang="0">
                        <a:pos x="csX2" y="csY2"/>
                      </a:cxn>
                    </a:cxnLst>
                    <a:rect l="l" t="t" r="r" b="b"/>
                    <a:pathLst>
                      <a:path w="155139" h="154389">
                        <a:moveTo>
                          <a:pt x="0" y="7733"/>
                        </a:moveTo>
                        <a:cubicBezTo>
                          <a:pt x="49614" y="54648"/>
                          <a:pt x="97685" y="100020"/>
                          <a:pt x="155139" y="154389"/>
                        </a:cubicBezTo>
                        <a:cubicBezTo>
                          <a:pt x="102274" y="28427"/>
                          <a:pt x="50552" y="-20458"/>
                          <a:pt x="0" y="7733"/>
                        </a:cubicBezTo>
                        <a:close/>
                      </a:path>
                    </a:pathLst>
                  </a:custGeom>
                  <a:solidFill>
                    <a:srgbClr val="114C8E"/>
                  </a:solidFill>
                  <a:ln w="0" cap="flat">
                    <a:noFill/>
                    <a:prstDash val="solid"/>
                    <a:miter/>
                  </a:ln>
                </p:spPr>
                <p:txBody>
                  <a:bodyPr/>
                  <a:lstStyle/>
                  <a:p>
                    <a:endParaRPr lang="pt-BR"/>
                  </a:p>
                </p:txBody>
              </p:sp>
              <p:sp>
                <p:nvSpPr>
                  <p:cNvPr id="30" name="Forma Livre: Forma 29">
                    <a:extLst>
                      <a:ext uri="{FF2B5EF4-FFF2-40B4-BE49-F238E27FC236}">
                        <a16:creationId xmlns:a16="http://schemas.microsoft.com/office/drawing/2014/main" id="{AA14938C-1C62-BF78-C01E-6F44D1A040A5}"/>
                      </a:ext>
                    </a:extLst>
                  </p:cNvPr>
                  <p:cNvSpPr/>
                  <p:nvPr/>
                </p:nvSpPr>
                <p:spPr>
                  <a:xfrm>
                    <a:off x="4745852" y="4884001"/>
                    <a:ext cx="484954" cy="720040"/>
                  </a:xfrm>
                  <a:custGeom>
                    <a:avLst/>
                    <a:gdLst>
                      <a:gd name="csX0" fmla="*/ 484954 w 484954"/>
                      <a:gd name="csY0" fmla="*/ 719912 h 720040"/>
                      <a:gd name="csX1" fmla="*/ 291255 w 484954"/>
                      <a:gd name="csY1" fmla="*/ 312720 h 720040"/>
                      <a:gd name="csX2" fmla="*/ 0 w 484954"/>
                      <a:gd name="csY2" fmla="*/ 0 h 720040"/>
                      <a:gd name="csX3" fmla="*/ 484954 w 484954"/>
                      <a:gd name="csY3" fmla="*/ 720041 h 720040"/>
                    </a:gdLst>
                    <a:ahLst/>
                    <a:cxnLst>
                      <a:cxn ang="0">
                        <a:pos x="csX0" y="csY0"/>
                      </a:cxn>
                      <a:cxn ang="0">
                        <a:pos x="csX1" y="csY1"/>
                      </a:cxn>
                      <a:cxn ang="0">
                        <a:pos x="csX2" y="csY2"/>
                      </a:cxn>
                      <a:cxn ang="0">
                        <a:pos x="csX3" y="csY3"/>
                      </a:cxn>
                    </a:cxnLst>
                    <a:rect l="l" t="t" r="r" b="b"/>
                    <a:pathLst>
                      <a:path w="484954" h="720040">
                        <a:moveTo>
                          <a:pt x="484954" y="719912"/>
                        </a:moveTo>
                        <a:cubicBezTo>
                          <a:pt x="444338" y="572099"/>
                          <a:pt x="378658" y="437911"/>
                          <a:pt x="291255" y="312720"/>
                        </a:cubicBezTo>
                        <a:cubicBezTo>
                          <a:pt x="208480" y="194342"/>
                          <a:pt x="114908" y="86760"/>
                          <a:pt x="0" y="0"/>
                        </a:cubicBezTo>
                        <a:cubicBezTo>
                          <a:pt x="225447" y="185344"/>
                          <a:pt x="396267" y="434569"/>
                          <a:pt x="484954" y="720041"/>
                        </a:cubicBezTo>
                        <a:close/>
                      </a:path>
                    </a:pathLst>
                  </a:custGeom>
                  <a:solidFill>
                    <a:srgbClr val="114C8E"/>
                  </a:solidFill>
                  <a:ln w="0" cap="flat">
                    <a:noFill/>
                    <a:prstDash val="solid"/>
                    <a:miter/>
                  </a:ln>
                </p:spPr>
                <p:txBody>
                  <a:bodyPr/>
                  <a:lstStyle/>
                  <a:p>
                    <a:endParaRPr lang="pt-BR"/>
                  </a:p>
                </p:txBody>
              </p:sp>
              <p:sp>
                <p:nvSpPr>
                  <p:cNvPr id="31" name="Forma Livre: Forma 30">
                    <a:extLst>
                      <a:ext uri="{FF2B5EF4-FFF2-40B4-BE49-F238E27FC236}">
                        <a16:creationId xmlns:a16="http://schemas.microsoft.com/office/drawing/2014/main" id="{973E5B69-8654-C29E-BF41-D7ED5F9B6F71}"/>
                      </a:ext>
                    </a:extLst>
                  </p:cNvPr>
                  <p:cNvSpPr/>
                  <p:nvPr/>
                </p:nvSpPr>
                <p:spPr>
                  <a:xfrm>
                    <a:off x="3236877" y="7464040"/>
                    <a:ext cx="533025" cy="102311"/>
                  </a:xfrm>
                  <a:custGeom>
                    <a:avLst/>
                    <a:gdLst>
                      <a:gd name="csX0" fmla="*/ 128 w 533025"/>
                      <a:gd name="csY0" fmla="*/ 128 h 102311"/>
                      <a:gd name="csX1" fmla="*/ 128 w 533025"/>
                      <a:gd name="csY1" fmla="*/ 128 h 102311"/>
                      <a:gd name="csX2" fmla="*/ 28791 w 533025"/>
                      <a:gd name="csY2" fmla="*/ 12082 h 102311"/>
                      <a:gd name="csX3" fmla="*/ 30462 w 533025"/>
                      <a:gd name="csY3" fmla="*/ 12725 h 102311"/>
                      <a:gd name="csX4" fmla="*/ 186373 w 533025"/>
                      <a:gd name="csY4" fmla="*/ 61567 h 102311"/>
                      <a:gd name="csX5" fmla="*/ 187529 w 533025"/>
                      <a:gd name="csY5" fmla="*/ 61824 h 102311"/>
                      <a:gd name="csX6" fmla="*/ 321975 w 533025"/>
                      <a:gd name="csY6" fmla="*/ 87145 h 102311"/>
                      <a:gd name="csX7" fmla="*/ 321975 w 533025"/>
                      <a:gd name="csY7" fmla="*/ 87145 h 102311"/>
                      <a:gd name="csX8" fmla="*/ 356293 w 533025"/>
                      <a:gd name="csY8" fmla="*/ 91515 h 102311"/>
                      <a:gd name="csX9" fmla="*/ 357192 w 533025"/>
                      <a:gd name="csY9" fmla="*/ 91515 h 102311"/>
                      <a:gd name="csX10" fmla="*/ 533025 w 533025"/>
                      <a:gd name="csY10" fmla="*/ 102312 h 102311"/>
                      <a:gd name="csX11" fmla="*/ 0 w 533025"/>
                      <a:gd name="csY11" fmla="*/ 0 h 1023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025" h="102311">
                        <a:moveTo>
                          <a:pt x="128" y="128"/>
                        </a:moveTo>
                        <a:cubicBezTo>
                          <a:pt x="128" y="128"/>
                          <a:pt x="128" y="128"/>
                          <a:pt x="128" y="128"/>
                        </a:cubicBezTo>
                        <a:cubicBezTo>
                          <a:pt x="9511" y="4241"/>
                          <a:pt x="19151" y="8226"/>
                          <a:pt x="28791" y="12082"/>
                        </a:cubicBezTo>
                        <a:cubicBezTo>
                          <a:pt x="29305" y="12339"/>
                          <a:pt x="29948" y="12596"/>
                          <a:pt x="30462" y="12725"/>
                        </a:cubicBezTo>
                        <a:cubicBezTo>
                          <a:pt x="79819" y="32262"/>
                          <a:pt x="132003" y="48585"/>
                          <a:pt x="186373" y="61567"/>
                        </a:cubicBezTo>
                        <a:cubicBezTo>
                          <a:pt x="186758" y="61567"/>
                          <a:pt x="187144" y="61696"/>
                          <a:pt x="187529" y="61824"/>
                        </a:cubicBezTo>
                        <a:cubicBezTo>
                          <a:pt x="231231" y="72235"/>
                          <a:pt x="276217" y="80719"/>
                          <a:pt x="321975" y="87145"/>
                        </a:cubicBezTo>
                        <a:cubicBezTo>
                          <a:pt x="321975" y="87145"/>
                          <a:pt x="321975" y="87145"/>
                          <a:pt x="321975" y="87145"/>
                        </a:cubicBezTo>
                        <a:cubicBezTo>
                          <a:pt x="333414" y="88688"/>
                          <a:pt x="344853" y="90230"/>
                          <a:pt x="356293" y="91515"/>
                        </a:cubicBezTo>
                        <a:cubicBezTo>
                          <a:pt x="356550" y="91515"/>
                          <a:pt x="356936" y="91515"/>
                          <a:pt x="357192" y="91515"/>
                        </a:cubicBezTo>
                        <a:cubicBezTo>
                          <a:pt x="415032" y="98199"/>
                          <a:pt x="474029" y="101798"/>
                          <a:pt x="533025" y="102312"/>
                        </a:cubicBezTo>
                        <a:cubicBezTo>
                          <a:pt x="345110" y="100384"/>
                          <a:pt x="165550" y="64395"/>
                          <a:pt x="0" y="0"/>
                        </a:cubicBezTo>
                        <a:close/>
                      </a:path>
                    </a:pathLst>
                  </a:custGeom>
                  <a:solidFill>
                    <a:srgbClr val="114C8E"/>
                  </a:solidFill>
                  <a:ln w="0" cap="flat">
                    <a:noFill/>
                    <a:prstDash val="solid"/>
                    <a:miter/>
                  </a:ln>
                </p:spPr>
                <p:txBody>
                  <a:bodyPr/>
                  <a:lstStyle/>
                  <a:p>
                    <a:endParaRPr lang="pt-BR"/>
                  </a:p>
                </p:txBody>
              </p:sp>
              <p:sp>
                <p:nvSpPr>
                  <p:cNvPr id="32" name="Forma Livre: Forma 31">
                    <a:extLst>
                      <a:ext uri="{FF2B5EF4-FFF2-40B4-BE49-F238E27FC236}">
                        <a16:creationId xmlns:a16="http://schemas.microsoft.com/office/drawing/2014/main" id="{4E3D7CD9-10A5-47BD-4D8E-D00C3E4EAD71}"/>
                      </a:ext>
                    </a:extLst>
                  </p:cNvPr>
                  <p:cNvSpPr/>
                  <p:nvPr/>
                </p:nvSpPr>
                <p:spPr>
                  <a:xfrm>
                    <a:off x="3867331" y="7429464"/>
                    <a:ext cx="548834" cy="135216"/>
                  </a:xfrm>
                  <a:custGeom>
                    <a:avLst/>
                    <a:gdLst>
                      <a:gd name="csX0" fmla="*/ 292026 w 548834"/>
                      <a:gd name="csY0" fmla="*/ 93700 h 135216"/>
                      <a:gd name="csX1" fmla="*/ 295754 w 548834"/>
                      <a:gd name="csY1" fmla="*/ 92801 h 135216"/>
                      <a:gd name="csX2" fmla="*/ 456805 w 548834"/>
                      <a:gd name="csY2" fmla="*/ 41902 h 135216"/>
                      <a:gd name="csX3" fmla="*/ 460533 w 548834"/>
                      <a:gd name="csY3" fmla="*/ 40488 h 135216"/>
                      <a:gd name="csX4" fmla="*/ 487139 w 548834"/>
                      <a:gd name="csY4" fmla="*/ 29305 h 135216"/>
                      <a:gd name="csX5" fmla="*/ 492795 w 548834"/>
                      <a:gd name="csY5" fmla="*/ 26863 h 135216"/>
                      <a:gd name="csX6" fmla="*/ 518244 w 548834"/>
                      <a:gd name="csY6" fmla="*/ 15167 h 135216"/>
                      <a:gd name="csX7" fmla="*/ 523128 w 548834"/>
                      <a:gd name="csY7" fmla="*/ 12853 h 135216"/>
                      <a:gd name="csX8" fmla="*/ 548835 w 548834"/>
                      <a:gd name="csY8" fmla="*/ 0 h 135216"/>
                      <a:gd name="csX9" fmla="*/ 0 w 548834"/>
                      <a:gd name="csY9" fmla="*/ 135216 h 135216"/>
                      <a:gd name="csX10" fmla="*/ 0 w 548834"/>
                      <a:gd name="csY10" fmla="*/ 135216 h 135216"/>
                      <a:gd name="csX11" fmla="*/ 37403 w 548834"/>
                      <a:gd name="csY11" fmla="*/ 132903 h 135216"/>
                      <a:gd name="csX12" fmla="*/ 38174 w 548834"/>
                      <a:gd name="csY12" fmla="*/ 132903 h 135216"/>
                      <a:gd name="csX13" fmla="*/ 256166 w 548834"/>
                      <a:gd name="csY13" fmla="*/ 102184 h 135216"/>
                      <a:gd name="csX14" fmla="*/ 259765 w 548834"/>
                      <a:gd name="csY14" fmla="*/ 101412 h 135216"/>
                      <a:gd name="csX15" fmla="*/ 291898 w 548834"/>
                      <a:gd name="csY15" fmla="*/ 94086 h 135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48834" h="135216">
                        <a:moveTo>
                          <a:pt x="292026" y="93700"/>
                        </a:moveTo>
                        <a:cubicBezTo>
                          <a:pt x="293312" y="93443"/>
                          <a:pt x="294468" y="93058"/>
                          <a:pt x="295754" y="92801"/>
                        </a:cubicBezTo>
                        <a:cubicBezTo>
                          <a:pt x="352180" y="78919"/>
                          <a:pt x="406292" y="61953"/>
                          <a:pt x="456805" y="41902"/>
                        </a:cubicBezTo>
                        <a:cubicBezTo>
                          <a:pt x="457962" y="41388"/>
                          <a:pt x="459248" y="41002"/>
                          <a:pt x="460533" y="40488"/>
                        </a:cubicBezTo>
                        <a:cubicBezTo>
                          <a:pt x="469530" y="36889"/>
                          <a:pt x="478399" y="33161"/>
                          <a:pt x="487139" y="29305"/>
                        </a:cubicBezTo>
                        <a:cubicBezTo>
                          <a:pt x="489067" y="28534"/>
                          <a:pt x="490867" y="27634"/>
                          <a:pt x="492795" y="26863"/>
                        </a:cubicBezTo>
                        <a:cubicBezTo>
                          <a:pt x="501406" y="23007"/>
                          <a:pt x="509889" y="19151"/>
                          <a:pt x="518244" y="15167"/>
                        </a:cubicBezTo>
                        <a:cubicBezTo>
                          <a:pt x="519915" y="14396"/>
                          <a:pt x="521457" y="13624"/>
                          <a:pt x="523128" y="12853"/>
                        </a:cubicBezTo>
                        <a:cubicBezTo>
                          <a:pt x="531868" y="8612"/>
                          <a:pt x="540352" y="4370"/>
                          <a:pt x="548835" y="0"/>
                        </a:cubicBezTo>
                        <a:cubicBezTo>
                          <a:pt x="380200" y="77377"/>
                          <a:pt x="194984" y="124805"/>
                          <a:pt x="0" y="135216"/>
                        </a:cubicBezTo>
                        <a:lnTo>
                          <a:pt x="0" y="135216"/>
                        </a:lnTo>
                        <a:cubicBezTo>
                          <a:pt x="12468" y="134574"/>
                          <a:pt x="24935" y="133802"/>
                          <a:pt x="37403" y="132903"/>
                        </a:cubicBezTo>
                        <a:cubicBezTo>
                          <a:pt x="37660" y="132903"/>
                          <a:pt x="37917" y="132903"/>
                          <a:pt x="38174" y="132903"/>
                        </a:cubicBezTo>
                        <a:cubicBezTo>
                          <a:pt x="112595" y="127504"/>
                          <a:pt x="185987" y="117222"/>
                          <a:pt x="256166" y="102184"/>
                        </a:cubicBezTo>
                        <a:cubicBezTo>
                          <a:pt x="257322" y="101926"/>
                          <a:pt x="258608" y="101669"/>
                          <a:pt x="259765" y="101412"/>
                        </a:cubicBezTo>
                        <a:cubicBezTo>
                          <a:pt x="270561" y="99099"/>
                          <a:pt x="281230" y="96657"/>
                          <a:pt x="291898" y="94086"/>
                        </a:cubicBezTo>
                        <a:close/>
                      </a:path>
                    </a:pathLst>
                  </a:custGeom>
                  <a:solidFill>
                    <a:srgbClr val="114C8E"/>
                  </a:solidFill>
                  <a:ln w="0" cap="flat">
                    <a:noFill/>
                    <a:prstDash val="solid"/>
                    <a:miter/>
                  </a:ln>
                </p:spPr>
                <p:txBody>
                  <a:bodyPr/>
                  <a:lstStyle/>
                  <a:p>
                    <a:endParaRPr lang="pt-BR"/>
                  </a:p>
                </p:txBody>
              </p:sp>
            </p:grpSp>
            <p:sp>
              <p:nvSpPr>
                <p:cNvPr id="35" name="Forma Livre: Forma 34">
                  <a:extLst>
                    <a:ext uri="{FF2B5EF4-FFF2-40B4-BE49-F238E27FC236}">
                      <a16:creationId xmlns:a16="http://schemas.microsoft.com/office/drawing/2014/main" id="{8E836CF8-5B8C-9EBD-3F80-95EFFABF5BF5}"/>
                    </a:ext>
                  </a:extLst>
                </p:cNvPr>
                <p:cNvSpPr/>
                <p:nvPr/>
              </p:nvSpPr>
              <p:spPr>
                <a:xfrm>
                  <a:off x="2619789" y="5994010"/>
                  <a:ext cx="378917" cy="918495"/>
                </a:xfrm>
                <a:custGeom>
                  <a:avLst/>
                  <a:gdLst>
                    <a:gd name="csX0" fmla="*/ 340615 w 378917"/>
                    <a:gd name="csY0" fmla="*/ 918495 h 918495"/>
                    <a:gd name="csX1" fmla="*/ 206169 w 378917"/>
                    <a:gd name="csY1" fmla="*/ 743434 h 918495"/>
                    <a:gd name="csX2" fmla="*/ 3 w 378917"/>
                    <a:gd name="csY2" fmla="*/ 78405 h 918495"/>
                    <a:gd name="csX3" fmla="*/ 27766 w 378917"/>
                    <a:gd name="csY3" fmla="*/ 0 h 918495"/>
                    <a:gd name="csX4" fmla="*/ 59128 w 378917"/>
                    <a:gd name="csY4" fmla="*/ 69279 h 918495"/>
                    <a:gd name="csX5" fmla="*/ 339072 w 378917"/>
                    <a:gd name="csY5" fmla="*/ 815026 h 918495"/>
                    <a:gd name="csX6" fmla="*/ 378917 w 378917"/>
                    <a:gd name="csY6" fmla="*/ 900244 h 918495"/>
                    <a:gd name="csX7" fmla="*/ 340615 w 378917"/>
                    <a:gd name="csY7" fmla="*/ 918495 h 918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78917" h="918495">
                      <a:moveTo>
                        <a:pt x="340615" y="918495"/>
                      </a:moveTo>
                      <a:cubicBezTo>
                        <a:pt x="295499" y="860398"/>
                        <a:pt x="244858" y="805515"/>
                        <a:pt x="206169" y="743434"/>
                      </a:cubicBezTo>
                      <a:cubicBezTo>
                        <a:pt x="79307" y="539966"/>
                        <a:pt x="2188" y="319790"/>
                        <a:pt x="3" y="78405"/>
                      </a:cubicBezTo>
                      <a:cubicBezTo>
                        <a:pt x="-254" y="52313"/>
                        <a:pt x="17997" y="26092"/>
                        <a:pt x="27766" y="0"/>
                      </a:cubicBezTo>
                      <a:cubicBezTo>
                        <a:pt x="38563" y="23007"/>
                        <a:pt x="57071" y="45501"/>
                        <a:pt x="59128" y="69279"/>
                      </a:cubicBezTo>
                      <a:cubicBezTo>
                        <a:pt x="83035" y="343568"/>
                        <a:pt x="162211" y="596649"/>
                        <a:pt x="339072" y="815026"/>
                      </a:cubicBezTo>
                      <a:cubicBezTo>
                        <a:pt x="358224" y="838805"/>
                        <a:pt x="365935" y="871581"/>
                        <a:pt x="378917" y="900244"/>
                      </a:cubicBezTo>
                      <a:cubicBezTo>
                        <a:pt x="366193" y="906285"/>
                        <a:pt x="353468" y="912454"/>
                        <a:pt x="340615" y="918495"/>
                      </a:cubicBezTo>
                      <a:close/>
                    </a:path>
                  </a:pathLst>
                </a:custGeom>
                <a:solidFill>
                  <a:srgbClr val="114C8E"/>
                </a:solidFill>
                <a:ln w="0" cap="flat">
                  <a:noFill/>
                  <a:prstDash val="solid"/>
                  <a:miter/>
                </a:ln>
              </p:spPr>
              <p:txBody>
                <a:bodyPr/>
                <a:lstStyle/>
                <a:p>
                  <a:endParaRPr lang="pt-BR"/>
                </a:p>
              </p:txBody>
            </p:sp>
            <p:sp>
              <p:nvSpPr>
                <p:cNvPr id="36" name="Forma Livre: Forma 35">
                  <a:extLst>
                    <a:ext uri="{FF2B5EF4-FFF2-40B4-BE49-F238E27FC236}">
                      <a16:creationId xmlns:a16="http://schemas.microsoft.com/office/drawing/2014/main" id="{A0793FAD-606D-47CB-654B-51A7D72804FC}"/>
                    </a:ext>
                  </a:extLst>
                </p:cNvPr>
                <p:cNvSpPr/>
                <p:nvPr/>
              </p:nvSpPr>
              <p:spPr>
                <a:xfrm>
                  <a:off x="4922894" y="6226012"/>
                  <a:ext cx="215742" cy="503848"/>
                </a:xfrm>
                <a:custGeom>
                  <a:avLst/>
                  <a:gdLst>
                    <a:gd name="csX0" fmla="*/ 84265 w 215742"/>
                    <a:gd name="csY0" fmla="*/ 503848 h 503848"/>
                    <a:gd name="csX1" fmla="*/ 32852 w 215742"/>
                    <a:gd name="csY1" fmla="*/ 334699 h 503848"/>
                    <a:gd name="csX2" fmla="*/ 44163 w 215742"/>
                    <a:gd name="csY2" fmla="*/ 321718 h 503848"/>
                    <a:gd name="csX3" fmla="*/ 155087 w 215742"/>
                    <a:gd name="csY3" fmla="*/ 209508 h 503848"/>
                    <a:gd name="csX4" fmla="*/ 90820 w 215742"/>
                    <a:gd name="csY4" fmla="*/ 55912 h 503848"/>
                    <a:gd name="csX5" fmla="*/ 86964 w 215742"/>
                    <a:gd name="csY5" fmla="*/ 0 h 503848"/>
                    <a:gd name="csX6" fmla="*/ 160870 w 215742"/>
                    <a:gd name="csY6" fmla="*/ 67737 h 503848"/>
                    <a:gd name="csX7" fmla="*/ 212669 w 215742"/>
                    <a:gd name="csY7" fmla="*/ 229431 h 503848"/>
                    <a:gd name="csX8" fmla="*/ 110100 w 215742"/>
                    <a:gd name="csY8" fmla="*/ 338684 h 503848"/>
                    <a:gd name="csX9" fmla="*/ 70897 w 215742"/>
                    <a:gd name="csY9" fmla="*/ 413490 h 503848"/>
                    <a:gd name="csX10" fmla="*/ 84650 w 215742"/>
                    <a:gd name="csY10" fmla="*/ 503848 h 5038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5742" h="503848">
                      <a:moveTo>
                        <a:pt x="84265" y="503848"/>
                      </a:moveTo>
                      <a:cubicBezTo>
                        <a:pt x="-3909" y="490867"/>
                        <a:pt x="-26016" y="411948"/>
                        <a:pt x="32852" y="334699"/>
                      </a:cubicBezTo>
                      <a:cubicBezTo>
                        <a:pt x="36322" y="330201"/>
                        <a:pt x="39921" y="325574"/>
                        <a:pt x="44163" y="321718"/>
                      </a:cubicBezTo>
                      <a:cubicBezTo>
                        <a:pt x="83365" y="284572"/>
                        <a:pt x="149431" y="251025"/>
                        <a:pt x="155087" y="209508"/>
                      </a:cubicBezTo>
                      <a:cubicBezTo>
                        <a:pt x="161513" y="162080"/>
                        <a:pt x="113699" y="107839"/>
                        <a:pt x="90820" y="55912"/>
                      </a:cubicBezTo>
                      <a:cubicBezTo>
                        <a:pt x="86707" y="46657"/>
                        <a:pt x="89020" y="34575"/>
                        <a:pt x="86964" y="0"/>
                      </a:cubicBezTo>
                      <a:cubicBezTo>
                        <a:pt x="121282" y="30462"/>
                        <a:pt x="150845" y="44858"/>
                        <a:pt x="160870" y="67737"/>
                      </a:cubicBezTo>
                      <a:cubicBezTo>
                        <a:pt x="183492" y="119407"/>
                        <a:pt x="199173" y="174548"/>
                        <a:pt x="212669" y="229431"/>
                      </a:cubicBezTo>
                      <a:cubicBezTo>
                        <a:pt x="233492" y="314777"/>
                        <a:pt x="142876" y="301024"/>
                        <a:pt x="110100" y="338684"/>
                      </a:cubicBezTo>
                      <a:cubicBezTo>
                        <a:pt x="91848" y="359635"/>
                        <a:pt x="74625" y="387012"/>
                        <a:pt x="70897" y="413490"/>
                      </a:cubicBezTo>
                      <a:cubicBezTo>
                        <a:pt x="66913" y="442024"/>
                        <a:pt x="79252" y="472872"/>
                        <a:pt x="84650" y="503848"/>
                      </a:cubicBezTo>
                      <a:close/>
                    </a:path>
                  </a:pathLst>
                </a:custGeom>
                <a:solidFill>
                  <a:srgbClr val="114C8E"/>
                </a:solidFill>
                <a:ln w="0" cap="flat">
                  <a:noFill/>
                  <a:prstDash val="solid"/>
                  <a:miter/>
                </a:ln>
              </p:spPr>
              <p:txBody>
                <a:bodyPr/>
                <a:lstStyle/>
                <a:p>
                  <a:endParaRPr lang="pt-BR"/>
                </a:p>
              </p:txBody>
            </p:sp>
            <p:sp>
              <p:nvSpPr>
                <p:cNvPr id="37" name="Forma Livre: Forma 36">
                  <a:extLst>
                    <a:ext uri="{FF2B5EF4-FFF2-40B4-BE49-F238E27FC236}">
                      <a16:creationId xmlns:a16="http://schemas.microsoft.com/office/drawing/2014/main" id="{2B0DF465-D117-E236-6B7C-1ABDEA702678}"/>
                    </a:ext>
                  </a:extLst>
                </p:cNvPr>
                <p:cNvSpPr/>
                <p:nvPr/>
              </p:nvSpPr>
              <p:spPr>
                <a:xfrm>
                  <a:off x="4679015" y="6905950"/>
                  <a:ext cx="193465" cy="163940"/>
                </a:xfrm>
                <a:custGeom>
                  <a:avLst/>
                  <a:gdLst>
                    <a:gd name="csX0" fmla="*/ 13753 w 193465"/>
                    <a:gd name="csY0" fmla="*/ 93186 h 163940"/>
                    <a:gd name="csX1" fmla="*/ 101412 w 193465"/>
                    <a:gd name="csY1" fmla="*/ 108867 h 163940"/>
                    <a:gd name="csX2" fmla="*/ 143185 w 193465"/>
                    <a:gd name="csY2" fmla="*/ 51542 h 163940"/>
                    <a:gd name="csX3" fmla="*/ 188172 w 193465"/>
                    <a:gd name="csY3" fmla="*/ 0 h 163940"/>
                    <a:gd name="csX4" fmla="*/ 85731 w 193465"/>
                    <a:gd name="csY4" fmla="*/ 162465 h 163940"/>
                    <a:gd name="csX5" fmla="*/ 0 w 193465"/>
                    <a:gd name="csY5" fmla="*/ 132132 h 163940"/>
                    <a:gd name="csX6" fmla="*/ 13882 w 193465"/>
                    <a:gd name="csY6" fmla="*/ 93315 h 1639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465" h="163940">
                      <a:moveTo>
                        <a:pt x="13753" y="93186"/>
                      </a:moveTo>
                      <a:cubicBezTo>
                        <a:pt x="41130" y="98071"/>
                        <a:pt x="68508" y="102955"/>
                        <a:pt x="101412" y="108867"/>
                      </a:cubicBezTo>
                      <a:cubicBezTo>
                        <a:pt x="113366" y="92287"/>
                        <a:pt x="127504" y="71336"/>
                        <a:pt x="143185" y="51542"/>
                      </a:cubicBezTo>
                      <a:cubicBezTo>
                        <a:pt x="156553" y="34575"/>
                        <a:pt x="171591" y="18766"/>
                        <a:pt x="188172" y="0"/>
                      </a:cubicBezTo>
                      <a:cubicBezTo>
                        <a:pt x="210151" y="52441"/>
                        <a:pt x="161309" y="134060"/>
                        <a:pt x="85731" y="162465"/>
                      </a:cubicBezTo>
                      <a:cubicBezTo>
                        <a:pt x="64266" y="170563"/>
                        <a:pt x="28920" y="143186"/>
                        <a:pt x="0" y="132132"/>
                      </a:cubicBezTo>
                      <a:cubicBezTo>
                        <a:pt x="4627" y="119150"/>
                        <a:pt x="9254" y="106168"/>
                        <a:pt x="13882" y="93315"/>
                      </a:cubicBezTo>
                      <a:close/>
                    </a:path>
                  </a:pathLst>
                </a:custGeom>
                <a:solidFill>
                  <a:srgbClr val="114C8E"/>
                </a:solidFill>
                <a:ln w="0" cap="flat">
                  <a:noFill/>
                  <a:prstDash val="solid"/>
                  <a:miter/>
                </a:ln>
              </p:spPr>
              <p:txBody>
                <a:bodyPr/>
                <a:lstStyle/>
                <a:p>
                  <a:endParaRPr lang="pt-BR"/>
                </a:p>
              </p:txBody>
            </p:sp>
            <p:sp>
              <p:nvSpPr>
                <p:cNvPr id="38" name="Forma Livre: Forma 37">
                  <a:extLst>
                    <a:ext uri="{FF2B5EF4-FFF2-40B4-BE49-F238E27FC236}">
                      <a16:creationId xmlns:a16="http://schemas.microsoft.com/office/drawing/2014/main" id="{517C938E-167B-D7AA-37C2-6421D1C3FBD1}"/>
                    </a:ext>
                  </a:extLst>
                </p:cNvPr>
                <p:cNvSpPr/>
                <p:nvPr/>
              </p:nvSpPr>
              <p:spPr>
                <a:xfrm>
                  <a:off x="2637195" y="5083481"/>
                  <a:ext cx="159328" cy="163368"/>
                </a:xfrm>
                <a:custGeom>
                  <a:avLst/>
                  <a:gdLst>
                    <a:gd name="csX0" fmla="*/ 159329 w 159328"/>
                    <a:gd name="csY0" fmla="*/ 26352 h 163368"/>
                    <a:gd name="csX1" fmla="*/ 139920 w 159328"/>
                    <a:gd name="csY1" fmla="*/ 57714 h 163368"/>
                    <a:gd name="csX2" fmla="*/ 59330 w 159328"/>
                    <a:gd name="csY2" fmla="*/ 149872 h 163368"/>
                    <a:gd name="csX3" fmla="*/ 719 w 159328"/>
                    <a:gd name="csY3" fmla="*/ 163368 h 163368"/>
                    <a:gd name="csX4" fmla="*/ 5089 w 159328"/>
                    <a:gd name="csY4" fmla="*/ 112084 h 163368"/>
                    <a:gd name="csX5" fmla="*/ 87607 w 159328"/>
                    <a:gd name="csY5" fmla="*/ 20311 h 163368"/>
                    <a:gd name="csX6" fmla="*/ 127838 w 159328"/>
                    <a:gd name="csY6" fmla="*/ 3 h 163368"/>
                    <a:gd name="csX7" fmla="*/ 159329 w 159328"/>
                    <a:gd name="csY7" fmla="*/ 26352 h 1633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9328" h="163368">
                      <a:moveTo>
                        <a:pt x="159329" y="26352"/>
                      </a:moveTo>
                      <a:cubicBezTo>
                        <a:pt x="151488" y="39206"/>
                        <a:pt x="146861" y="49360"/>
                        <a:pt x="139920" y="57714"/>
                      </a:cubicBezTo>
                      <a:cubicBezTo>
                        <a:pt x="113828" y="89205"/>
                        <a:pt x="89535" y="122752"/>
                        <a:pt x="59330" y="149872"/>
                      </a:cubicBezTo>
                      <a:cubicBezTo>
                        <a:pt x="46348" y="161569"/>
                        <a:pt x="20642" y="159384"/>
                        <a:pt x="719" y="163368"/>
                      </a:cubicBezTo>
                      <a:cubicBezTo>
                        <a:pt x="1747" y="146016"/>
                        <a:pt x="-3651" y="124037"/>
                        <a:pt x="5089" y="112084"/>
                      </a:cubicBezTo>
                      <a:cubicBezTo>
                        <a:pt x="29253" y="79051"/>
                        <a:pt x="58430" y="49360"/>
                        <a:pt x="87607" y="20311"/>
                      </a:cubicBezTo>
                      <a:cubicBezTo>
                        <a:pt x="98018" y="10029"/>
                        <a:pt x="114085" y="260"/>
                        <a:pt x="127838" y="3"/>
                      </a:cubicBezTo>
                      <a:cubicBezTo>
                        <a:pt x="137478" y="-254"/>
                        <a:pt x="147504" y="15813"/>
                        <a:pt x="159329" y="26352"/>
                      </a:cubicBezTo>
                      <a:close/>
                    </a:path>
                  </a:pathLst>
                </a:custGeom>
                <a:solidFill>
                  <a:srgbClr val="114C8E"/>
                </a:solidFill>
                <a:ln w="0" cap="flat">
                  <a:noFill/>
                  <a:prstDash val="solid"/>
                  <a:miter/>
                </a:ln>
              </p:spPr>
              <p:txBody>
                <a:bodyPr/>
                <a:lstStyle/>
                <a:p>
                  <a:endParaRPr lang="pt-BR"/>
                </a:p>
              </p:txBody>
            </p:sp>
            <p:sp>
              <p:nvSpPr>
                <p:cNvPr id="39" name="Forma Livre: Forma 38">
                  <a:extLst>
                    <a:ext uri="{FF2B5EF4-FFF2-40B4-BE49-F238E27FC236}">
                      <a16:creationId xmlns:a16="http://schemas.microsoft.com/office/drawing/2014/main" id="{8241CC95-BA39-0DC1-D1F3-F6E4A26A9A5C}"/>
                    </a:ext>
                  </a:extLst>
                </p:cNvPr>
                <p:cNvSpPr/>
                <p:nvPr/>
              </p:nvSpPr>
              <p:spPr>
                <a:xfrm>
                  <a:off x="2626237" y="6795027"/>
                  <a:ext cx="133784" cy="173779"/>
                </a:xfrm>
                <a:custGeom>
                  <a:avLst/>
                  <a:gdLst>
                    <a:gd name="csX0" fmla="*/ 31600 w 133784"/>
                    <a:gd name="csY0" fmla="*/ 128 h 173779"/>
                    <a:gd name="csX1" fmla="*/ 133784 w 133784"/>
                    <a:gd name="csY1" fmla="*/ 158481 h 173779"/>
                    <a:gd name="csX2" fmla="*/ 89569 w 133784"/>
                    <a:gd name="csY2" fmla="*/ 173005 h 173779"/>
                    <a:gd name="csX3" fmla="*/ 367 w 133784"/>
                    <a:gd name="csY3" fmla="*/ 46657 h 173779"/>
                    <a:gd name="csX4" fmla="*/ 31729 w 133784"/>
                    <a:gd name="csY4" fmla="*/ 0 h 173779"/>
                  </a:gdLst>
                  <a:ahLst/>
                  <a:cxnLst>
                    <a:cxn ang="0">
                      <a:pos x="csX0" y="csY0"/>
                    </a:cxn>
                    <a:cxn ang="0">
                      <a:pos x="csX1" y="csY1"/>
                    </a:cxn>
                    <a:cxn ang="0">
                      <a:pos x="csX2" y="csY2"/>
                    </a:cxn>
                    <a:cxn ang="0">
                      <a:pos x="csX3" y="csY3"/>
                    </a:cxn>
                    <a:cxn ang="0">
                      <a:pos x="csX4" y="csY4"/>
                    </a:cxn>
                  </a:cxnLst>
                  <a:rect l="l" t="t" r="r" b="b"/>
                  <a:pathLst>
                    <a:path w="133784" h="173779">
                      <a:moveTo>
                        <a:pt x="31600" y="128"/>
                      </a:moveTo>
                      <a:cubicBezTo>
                        <a:pt x="69775" y="59382"/>
                        <a:pt x="101779" y="108996"/>
                        <a:pt x="133784" y="158481"/>
                      </a:cubicBezTo>
                      <a:cubicBezTo>
                        <a:pt x="118489" y="163751"/>
                        <a:pt x="92911" y="177118"/>
                        <a:pt x="89569" y="173005"/>
                      </a:cubicBezTo>
                      <a:cubicBezTo>
                        <a:pt x="57178" y="132903"/>
                        <a:pt x="27230" y="90616"/>
                        <a:pt x="367" y="46657"/>
                      </a:cubicBezTo>
                      <a:cubicBezTo>
                        <a:pt x="-2846" y="41388"/>
                        <a:pt x="15662" y="23264"/>
                        <a:pt x="31729" y="0"/>
                      </a:cubicBezTo>
                      <a:close/>
                    </a:path>
                  </a:pathLst>
                </a:custGeom>
                <a:solidFill>
                  <a:srgbClr val="114C8E"/>
                </a:solidFill>
                <a:ln w="0" cap="flat">
                  <a:noFill/>
                  <a:prstDash val="solid"/>
                  <a:miter/>
                </a:ln>
              </p:spPr>
              <p:txBody>
                <a:bodyPr/>
                <a:lstStyle/>
                <a:p>
                  <a:endParaRPr lang="pt-BR"/>
                </a:p>
              </p:txBody>
            </p:sp>
            <p:sp>
              <p:nvSpPr>
                <p:cNvPr id="40" name="Forma Livre: Forma 39">
                  <a:extLst>
                    <a:ext uri="{FF2B5EF4-FFF2-40B4-BE49-F238E27FC236}">
                      <a16:creationId xmlns:a16="http://schemas.microsoft.com/office/drawing/2014/main" id="{2C567DC7-3A23-3009-2B21-754BE10730CA}"/>
                    </a:ext>
                  </a:extLst>
                </p:cNvPr>
                <p:cNvSpPr/>
                <p:nvPr/>
              </p:nvSpPr>
              <p:spPr>
                <a:xfrm>
                  <a:off x="2365040" y="5979743"/>
                  <a:ext cx="200768" cy="94411"/>
                </a:xfrm>
                <a:custGeom>
                  <a:avLst/>
                  <a:gdLst>
                    <a:gd name="csX0" fmla="*/ 0 w 200768"/>
                    <a:gd name="csY0" fmla="*/ 59639 h 94411"/>
                    <a:gd name="csX1" fmla="*/ 190614 w 200768"/>
                    <a:gd name="csY1" fmla="*/ 0 h 94411"/>
                    <a:gd name="csX2" fmla="*/ 200768 w 200768"/>
                    <a:gd name="csY2" fmla="*/ 33033 h 94411"/>
                    <a:gd name="csX3" fmla="*/ 6427 w 200768"/>
                    <a:gd name="csY3" fmla="*/ 89973 h 94411"/>
                    <a:gd name="csX4" fmla="*/ 0 w 200768"/>
                    <a:gd name="csY4" fmla="*/ 59511 h 94411"/>
                  </a:gdLst>
                  <a:ahLst/>
                  <a:cxnLst>
                    <a:cxn ang="0">
                      <a:pos x="csX0" y="csY0"/>
                    </a:cxn>
                    <a:cxn ang="0">
                      <a:pos x="csX1" y="csY1"/>
                    </a:cxn>
                    <a:cxn ang="0">
                      <a:pos x="csX2" y="csY2"/>
                    </a:cxn>
                    <a:cxn ang="0">
                      <a:pos x="csX3" y="csY3"/>
                    </a:cxn>
                    <a:cxn ang="0">
                      <a:pos x="csX4" y="csY4"/>
                    </a:cxn>
                  </a:cxnLst>
                  <a:rect l="l" t="t" r="r" b="b"/>
                  <a:pathLst>
                    <a:path w="200768" h="94411">
                      <a:moveTo>
                        <a:pt x="0" y="59639"/>
                      </a:moveTo>
                      <a:cubicBezTo>
                        <a:pt x="63495" y="39717"/>
                        <a:pt x="127119" y="19923"/>
                        <a:pt x="190614" y="0"/>
                      </a:cubicBezTo>
                      <a:cubicBezTo>
                        <a:pt x="193956" y="11054"/>
                        <a:pt x="197426" y="22108"/>
                        <a:pt x="200768" y="33033"/>
                      </a:cubicBezTo>
                      <a:cubicBezTo>
                        <a:pt x="141386" y="69536"/>
                        <a:pt x="82390" y="107582"/>
                        <a:pt x="6427" y="89973"/>
                      </a:cubicBezTo>
                      <a:cubicBezTo>
                        <a:pt x="4242" y="79819"/>
                        <a:pt x="2185" y="69665"/>
                        <a:pt x="0" y="59511"/>
                      </a:cubicBezTo>
                      <a:close/>
                    </a:path>
                  </a:pathLst>
                </a:custGeom>
                <a:solidFill>
                  <a:srgbClr val="114C8E"/>
                </a:solidFill>
                <a:ln w="0" cap="flat">
                  <a:noFill/>
                  <a:prstDash val="solid"/>
                  <a:miter/>
                </a:ln>
              </p:spPr>
              <p:txBody>
                <a:bodyPr/>
                <a:lstStyle/>
                <a:p>
                  <a:endParaRPr lang="pt-BR"/>
                </a:p>
              </p:txBody>
            </p:sp>
            <p:sp>
              <p:nvSpPr>
                <p:cNvPr id="41" name="Forma Livre: Forma 40">
                  <a:extLst>
                    <a:ext uri="{FF2B5EF4-FFF2-40B4-BE49-F238E27FC236}">
                      <a16:creationId xmlns:a16="http://schemas.microsoft.com/office/drawing/2014/main" id="{71083DAA-693B-EA6A-AE76-2C1AA4327E9A}"/>
                    </a:ext>
                  </a:extLst>
                </p:cNvPr>
                <p:cNvSpPr/>
                <p:nvPr/>
              </p:nvSpPr>
              <p:spPr>
                <a:xfrm>
                  <a:off x="2375836" y="6311486"/>
                  <a:ext cx="88881" cy="143699"/>
                </a:xfrm>
                <a:custGeom>
                  <a:avLst/>
                  <a:gdLst>
                    <a:gd name="csX0" fmla="*/ 0 w 88881"/>
                    <a:gd name="csY0" fmla="*/ 0 h 143699"/>
                    <a:gd name="csX1" fmla="*/ 53084 w 88881"/>
                    <a:gd name="csY1" fmla="*/ 143700 h 143699"/>
                    <a:gd name="csX2" fmla="*/ 0 w 88881"/>
                    <a:gd name="csY2" fmla="*/ 0 h 143699"/>
                  </a:gdLst>
                  <a:ahLst/>
                  <a:cxnLst>
                    <a:cxn ang="0">
                      <a:pos x="csX0" y="csY0"/>
                    </a:cxn>
                    <a:cxn ang="0">
                      <a:pos x="csX1" y="csY1"/>
                    </a:cxn>
                    <a:cxn ang="0">
                      <a:pos x="csX2" y="csY2"/>
                    </a:cxn>
                  </a:cxnLst>
                  <a:rect l="l" t="t" r="r" b="b"/>
                  <a:pathLst>
                    <a:path w="88881" h="143699">
                      <a:moveTo>
                        <a:pt x="0" y="0"/>
                      </a:moveTo>
                      <a:cubicBezTo>
                        <a:pt x="98713" y="7969"/>
                        <a:pt x="113366" y="48714"/>
                        <a:pt x="53084" y="143700"/>
                      </a:cubicBezTo>
                      <a:cubicBezTo>
                        <a:pt x="34190" y="92415"/>
                        <a:pt x="18766" y="50899"/>
                        <a:pt x="0" y="0"/>
                      </a:cubicBezTo>
                      <a:close/>
                    </a:path>
                  </a:pathLst>
                </a:custGeom>
                <a:solidFill>
                  <a:srgbClr val="114C8E"/>
                </a:solidFill>
                <a:ln w="0" cap="flat">
                  <a:noFill/>
                  <a:prstDash val="solid"/>
                  <a:miter/>
                </a:ln>
              </p:spPr>
              <p:txBody>
                <a:bodyPr/>
                <a:lstStyle/>
                <a:p>
                  <a:endParaRPr lang="pt-BR"/>
                </a:p>
              </p:txBody>
            </p:sp>
            <p:sp>
              <p:nvSpPr>
                <p:cNvPr id="42" name="Forma Livre: Forma 41">
                  <a:extLst>
                    <a:ext uri="{FF2B5EF4-FFF2-40B4-BE49-F238E27FC236}">
                      <a16:creationId xmlns:a16="http://schemas.microsoft.com/office/drawing/2014/main" id="{13FE473D-C571-8841-0C0D-4CBCC176EE31}"/>
                    </a:ext>
                  </a:extLst>
                </p:cNvPr>
                <p:cNvSpPr/>
                <p:nvPr/>
              </p:nvSpPr>
              <p:spPr>
                <a:xfrm>
                  <a:off x="2749738" y="6986075"/>
                  <a:ext cx="142414" cy="101492"/>
                </a:xfrm>
                <a:custGeom>
                  <a:avLst/>
                  <a:gdLst>
                    <a:gd name="csX0" fmla="*/ 0 w 142414"/>
                    <a:gd name="csY0" fmla="*/ 50079 h 101492"/>
                    <a:gd name="csX1" fmla="*/ 55783 w 142414"/>
                    <a:gd name="csY1" fmla="*/ 209 h 101492"/>
                    <a:gd name="csX2" fmla="*/ 142414 w 142414"/>
                    <a:gd name="csY2" fmla="*/ 69231 h 101492"/>
                    <a:gd name="csX3" fmla="*/ 122620 w 142414"/>
                    <a:gd name="csY3" fmla="*/ 101493 h 101492"/>
                    <a:gd name="csX4" fmla="*/ 0 w 142414"/>
                    <a:gd name="csY4" fmla="*/ 50079 h 101492"/>
                  </a:gdLst>
                  <a:ahLst/>
                  <a:cxnLst>
                    <a:cxn ang="0">
                      <a:pos x="csX0" y="csY0"/>
                    </a:cxn>
                    <a:cxn ang="0">
                      <a:pos x="csX1" y="csY1"/>
                    </a:cxn>
                    <a:cxn ang="0">
                      <a:pos x="csX2" y="csY2"/>
                    </a:cxn>
                    <a:cxn ang="0">
                      <a:pos x="csX3" y="csY3"/>
                    </a:cxn>
                    <a:cxn ang="0">
                      <a:pos x="csX4" y="csY4"/>
                    </a:cxn>
                  </a:cxnLst>
                  <a:rect l="l" t="t" r="r" b="b"/>
                  <a:pathLst>
                    <a:path w="142414" h="101492">
                      <a:moveTo>
                        <a:pt x="0" y="50079"/>
                      </a:moveTo>
                      <a:cubicBezTo>
                        <a:pt x="26092" y="26301"/>
                        <a:pt x="50899" y="-2748"/>
                        <a:pt x="55783" y="209"/>
                      </a:cubicBezTo>
                      <a:cubicBezTo>
                        <a:pt x="87145" y="19232"/>
                        <a:pt x="114009" y="45324"/>
                        <a:pt x="142414" y="69231"/>
                      </a:cubicBezTo>
                      <a:cubicBezTo>
                        <a:pt x="135859" y="80028"/>
                        <a:pt x="129175" y="90696"/>
                        <a:pt x="122620" y="101493"/>
                      </a:cubicBezTo>
                      <a:cubicBezTo>
                        <a:pt x="86117" y="86197"/>
                        <a:pt x="49614" y="70902"/>
                        <a:pt x="0" y="50079"/>
                      </a:cubicBezTo>
                      <a:close/>
                    </a:path>
                  </a:pathLst>
                </a:custGeom>
                <a:solidFill>
                  <a:srgbClr val="114C8E"/>
                </a:solidFill>
                <a:ln w="0" cap="flat">
                  <a:noFill/>
                  <a:prstDash val="solid"/>
                  <a:miter/>
                </a:ln>
              </p:spPr>
              <p:txBody>
                <a:bodyPr/>
                <a:lstStyle/>
                <a:p>
                  <a:endParaRPr lang="pt-BR"/>
                </a:p>
              </p:txBody>
            </p:sp>
            <p:sp>
              <p:nvSpPr>
                <p:cNvPr id="43" name="Forma Livre: Forma 42">
                  <a:extLst>
                    <a:ext uri="{FF2B5EF4-FFF2-40B4-BE49-F238E27FC236}">
                      <a16:creationId xmlns:a16="http://schemas.microsoft.com/office/drawing/2014/main" id="{5DDF61D7-24D0-705E-0E3B-1C5F9783A652}"/>
                    </a:ext>
                  </a:extLst>
                </p:cNvPr>
                <p:cNvSpPr/>
                <p:nvPr/>
              </p:nvSpPr>
              <p:spPr>
                <a:xfrm>
                  <a:off x="4806262" y="5083463"/>
                  <a:ext cx="196398" cy="217046"/>
                </a:xfrm>
                <a:custGeom>
                  <a:avLst/>
                  <a:gdLst>
                    <a:gd name="csX0" fmla="*/ 196398 w 196398"/>
                    <a:gd name="csY0" fmla="*/ 185494 h 217046"/>
                    <a:gd name="csX1" fmla="*/ 152183 w 196398"/>
                    <a:gd name="csY1" fmla="*/ 216727 h 217046"/>
                    <a:gd name="csX2" fmla="*/ 108610 w 196398"/>
                    <a:gd name="csY2" fmla="*/ 177010 h 217046"/>
                    <a:gd name="csX3" fmla="*/ 26863 w 196398"/>
                    <a:gd name="csY3" fmla="*/ 55033 h 217046"/>
                    <a:gd name="csX4" fmla="*/ 0 w 196398"/>
                    <a:gd name="csY4" fmla="*/ 23799 h 217046"/>
                    <a:gd name="csX5" fmla="*/ 38688 w 196398"/>
                    <a:gd name="csY5" fmla="*/ 149 h 217046"/>
                    <a:gd name="csX6" fmla="*/ 196398 w 196398"/>
                    <a:gd name="csY6" fmla="*/ 185622 h 2170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6398" h="217046">
                      <a:moveTo>
                        <a:pt x="196398" y="185494"/>
                      </a:moveTo>
                      <a:cubicBezTo>
                        <a:pt x="176990" y="199889"/>
                        <a:pt x="159638" y="219812"/>
                        <a:pt x="152183" y="216727"/>
                      </a:cubicBezTo>
                      <a:cubicBezTo>
                        <a:pt x="134574" y="209401"/>
                        <a:pt x="110281" y="192306"/>
                        <a:pt x="108610" y="177010"/>
                      </a:cubicBezTo>
                      <a:cubicBezTo>
                        <a:pt x="103212" y="125726"/>
                        <a:pt x="76606" y="81639"/>
                        <a:pt x="26863" y="55033"/>
                      </a:cubicBezTo>
                      <a:cubicBezTo>
                        <a:pt x="15553" y="48992"/>
                        <a:pt x="8869" y="34468"/>
                        <a:pt x="0" y="23799"/>
                      </a:cubicBezTo>
                      <a:cubicBezTo>
                        <a:pt x="13368" y="15445"/>
                        <a:pt x="37017" y="-1779"/>
                        <a:pt x="38688" y="149"/>
                      </a:cubicBezTo>
                      <a:cubicBezTo>
                        <a:pt x="91130" y="59146"/>
                        <a:pt x="141515" y="119942"/>
                        <a:pt x="196398" y="185622"/>
                      </a:cubicBezTo>
                      <a:close/>
                    </a:path>
                  </a:pathLst>
                </a:custGeom>
                <a:solidFill>
                  <a:srgbClr val="114C8E"/>
                </a:solidFill>
                <a:ln w="0" cap="flat">
                  <a:noFill/>
                  <a:prstDash val="solid"/>
                  <a:miter/>
                </a:ln>
              </p:spPr>
              <p:txBody>
                <a:bodyPr/>
                <a:lstStyle/>
                <a:p>
                  <a:endParaRPr lang="pt-BR"/>
                </a:p>
              </p:txBody>
            </p:sp>
            <p:sp>
              <p:nvSpPr>
                <p:cNvPr id="44" name="Forma Livre: Forma 43">
                  <a:extLst>
                    <a:ext uri="{FF2B5EF4-FFF2-40B4-BE49-F238E27FC236}">
                      <a16:creationId xmlns:a16="http://schemas.microsoft.com/office/drawing/2014/main" id="{EE5E3EC1-2A3B-F2AC-9A05-F80875386DA0}"/>
                    </a:ext>
                  </a:extLst>
                </p:cNvPr>
                <p:cNvSpPr/>
                <p:nvPr/>
              </p:nvSpPr>
              <p:spPr>
                <a:xfrm>
                  <a:off x="5043662" y="5462891"/>
                  <a:ext cx="155139" cy="154389"/>
                </a:xfrm>
                <a:custGeom>
                  <a:avLst/>
                  <a:gdLst>
                    <a:gd name="csX0" fmla="*/ 155139 w 155139"/>
                    <a:gd name="csY0" fmla="*/ 154389 h 154389"/>
                    <a:gd name="csX1" fmla="*/ 0 w 155139"/>
                    <a:gd name="csY1" fmla="*/ 7733 h 154389"/>
                    <a:gd name="csX2" fmla="*/ 155139 w 155139"/>
                    <a:gd name="csY2" fmla="*/ 154389 h 154389"/>
                  </a:gdLst>
                  <a:ahLst/>
                  <a:cxnLst>
                    <a:cxn ang="0">
                      <a:pos x="csX0" y="csY0"/>
                    </a:cxn>
                    <a:cxn ang="0">
                      <a:pos x="csX1" y="csY1"/>
                    </a:cxn>
                    <a:cxn ang="0">
                      <a:pos x="csX2" y="csY2"/>
                    </a:cxn>
                  </a:cxnLst>
                  <a:rect l="l" t="t" r="r" b="b"/>
                  <a:pathLst>
                    <a:path w="155139" h="154389">
                      <a:moveTo>
                        <a:pt x="155139" y="154389"/>
                      </a:moveTo>
                      <a:cubicBezTo>
                        <a:pt x="97685" y="100020"/>
                        <a:pt x="49614" y="54648"/>
                        <a:pt x="0" y="7733"/>
                      </a:cubicBezTo>
                      <a:cubicBezTo>
                        <a:pt x="50552" y="-20458"/>
                        <a:pt x="102274" y="28427"/>
                        <a:pt x="155139" y="154389"/>
                      </a:cubicBezTo>
                      <a:close/>
                    </a:path>
                  </a:pathLst>
                </a:custGeom>
                <a:solidFill>
                  <a:srgbClr val="114C8E"/>
                </a:solidFill>
                <a:ln w="0" cap="flat">
                  <a:noFill/>
                  <a:prstDash val="solid"/>
                  <a:miter/>
                </a:ln>
              </p:spPr>
              <p:txBody>
                <a:bodyPr/>
                <a:lstStyle/>
                <a:p>
                  <a:endParaRPr lang="pt-BR"/>
                </a:p>
              </p:txBody>
            </p:sp>
          </p:grpSp>
        </p:grpSp>
        <p:grpSp>
          <p:nvGrpSpPr>
            <p:cNvPr id="52" name="Agrupar 51">
              <a:extLst>
                <a:ext uri="{FF2B5EF4-FFF2-40B4-BE49-F238E27FC236}">
                  <a16:creationId xmlns:a16="http://schemas.microsoft.com/office/drawing/2014/main" id="{3BB3E503-D969-3DF0-1F1E-597394D6F1F9}"/>
                </a:ext>
              </a:extLst>
            </p:cNvPr>
            <p:cNvGrpSpPr/>
            <p:nvPr/>
          </p:nvGrpSpPr>
          <p:grpSpPr>
            <a:xfrm>
              <a:off x="1974041" y="7922699"/>
              <a:ext cx="3645457" cy="1306384"/>
              <a:chOff x="1915047" y="8040687"/>
              <a:chExt cx="3645457" cy="1306384"/>
            </a:xfrm>
          </p:grpSpPr>
          <p:sp>
            <p:nvSpPr>
              <p:cNvPr id="45" name="CaixaDeTexto 44">
                <a:extLst>
                  <a:ext uri="{FF2B5EF4-FFF2-40B4-BE49-F238E27FC236}">
                    <a16:creationId xmlns:a16="http://schemas.microsoft.com/office/drawing/2014/main" id="{C02D22D4-D9FA-58F0-F1BF-3D3A2E068686}"/>
                  </a:ext>
                </a:extLst>
              </p:cNvPr>
              <p:cNvSpPr txBox="1"/>
              <p:nvPr/>
            </p:nvSpPr>
            <p:spPr>
              <a:xfrm>
                <a:off x="1915047" y="8051688"/>
                <a:ext cx="502189" cy="646331"/>
              </a:xfrm>
              <a:prstGeom prst="rect">
                <a:avLst/>
              </a:prstGeom>
              <a:noFill/>
            </p:spPr>
            <p:txBody>
              <a:bodyPr wrap="none" rtlCol="0">
                <a:spAutoFit/>
              </a:bodyPr>
              <a:lstStyle/>
              <a:p>
                <a:pPr algn="l"/>
                <a:r>
                  <a:rPr lang="pt-BR" sz="3600" spc="-124" baseline="0">
                    <a:ln/>
                    <a:solidFill>
                      <a:srgbClr val="114C8E"/>
                    </a:solidFill>
                    <a:latin typeface="Arial"/>
                    <a:cs typeface="Arial"/>
                    <a:sym typeface="Arial"/>
                    <a:rtl val="0"/>
                  </a:rPr>
                  <a:t>C</a:t>
                </a:r>
              </a:p>
            </p:txBody>
          </p:sp>
          <p:sp>
            <p:nvSpPr>
              <p:cNvPr id="46" name="CaixaDeTexto 45">
                <a:extLst>
                  <a:ext uri="{FF2B5EF4-FFF2-40B4-BE49-F238E27FC236}">
                    <a16:creationId xmlns:a16="http://schemas.microsoft.com/office/drawing/2014/main" id="{1646ABFF-104B-3C74-8586-DCB8918C42A1}"/>
                  </a:ext>
                </a:extLst>
              </p:cNvPr>
              <p:cNvSpPr txBox="1"/>
              <p:nvPr/>
            </p:nvSpPr>
            <p:spPr>
              <a:xfrm>
                <a:off x="2209977" y="8045394"/>
                <a:ext cx="1184940" cy="646331"/>
              </a:xfrm>
              <a:prstGeom prst="rect">
                <a:avLst/>
              </a:prstGeom>
              <a:noFill/>
            </p:spPr>
            <p:txBody>
              <a:bodyPr wrap="none" rtlCol="0">
                <a:spAutoFit/>
              </a:bodyPr>
              <a:lstStyle/>
              <a:p>
                <a:pPr algn="l"/>
                <a:r>
                  <a:rPr lang="pt-BR" sz="3600" spc="0" baseline="0">
                    <a:ln/>
                    <a:solidFill>
                      <a:srgbClr val="114C8E"/>
                    </a:solidFill>
                    <a:latin typeface="Arial"/>
                    <a:cs typeface="Arial"/>
                    <a:sym typeface="Arial"/>
                    <a:rtl val="0"/>
                  </a:rPr>
                  <a:t>onec</a:t>
                </a:r>
              </a:p>
            </p:txBody>
          </p:sp>
          <p:sp>
            <p:nvSpPr>
              <p:cNvPr id="47" name="CaixaDeTexto 46">
                <a:extLst>
                  <a:ext uri="{FF2B5EF4-FFF2-40B4-BE49-F238E27FC236}">
                    <a16:creationId xmlns:a16="http://schemas.microsoft.com/office/drawing/2014/main" id="{7B86AE3A-E536-7028-B891-1D7257469B8A}"/>
                  </a:ext>
                </a:extLst>
              </p:cNvPr>
              <p:cNvSpPr txBox="1"/>
              <p:nvPr/>
            </p:nvSpPr>
            <p:spPr>
              <a:xfrm>
                <a:off x="3222979" y="8040687"/>
                <a:ext cx="312906" cy="646331"/>
              </a:xfrm>
              <a:prstGeom prst="rect">
                <a:avLst/>
              </a:prstGeom>
              <a:noFill/>
            </p:spPr>
            <p:txBody>
              <a:bodyPr wrap="none" rtlCol="0">
                <a:spAutoFit/>
              </a:bodyPr>
              <a:lstStyle/>
              <a:p>
                <a:pPr algn="l"/>
                <a:r>
                  <a:rPr lang="pt-BR" sz="3600" spc="0" baseline="0">
                    <a:ln/>
                    <a:solidFill>
                      <a:srgbClr val="114C8E"/>
                    </a:solidFill>
                    <a:latin typeface="Arial"/>
                    <a:cs typeface="Arial"/>
                    <a:sym typeface="Arial"/>
                    <a:rtl val="0"/>
                  </a:rPr>
                  <a:t>t</a:t>
                </a:r>
              </a:p>
            </p:txBody>
          </p:sp>
          <p:sp>
            <p:nvSpPr>
              <p:cNvPr id="48" name="CaixaDeTexto 47">
                <a:extLst>
                  <a:ext uri="{FF2B5EF4-FFF2-40B4-BE49-F238E27FC236}">
                    <a16:creationId xmlns:a16="http://schemas.microsoft.com/office/drawing/2014/main" id="{D08E98E4-FBD3-53B0-A144-C7290D3FAB78}"/>
                  </a:ext>
                </a:extLst>
              </p:cNvPr>
              <p:cNvSpPr txBox="1"/>
              <p:nvPr/>
            </p:nvSpPr>
            <p:spPr>
              <a:xfrm>
                <a:off x="3375290" y="8045223"/>
                <a:ext cx="2185214" cy="646331"/>
              </a:xfrm>
              <a:prstGeom prst="rect">
                <a:avLst/>
              </a:prstGeom>
              <a:noFill/>
            </p:spPr>
            <p:txBody>
              <a:bodyPr wrap="none" rtlCol="0">
                <a:spAutoFit/>
              </a:bodyPr>
              <a:lstStyle/>
              <a:p>
                <a:pPr algn="l"/>
                <a:r>
                  <a:rPr lang="pt-BR" sz="3600" spc="0" baseline="0">
                    <a:ln/>
                    <a:solidFill>
                      <a:srgbClr val="114C8E"/>
                    </a:solidFill>
                    <a:latin typeface="Arial"/>
                    <a:cs typeface="Arial"/>
                    <a:sym typeface="Arial"/>
                    <a:rtl val="0"/>
                  </a:rPr>
                  <a:t>ados pela</a:t>
                </a:r>
              </a:p>
            </p:txBody>
          </p:sp>
          <p:sp>
            <p:nvSpPr>
              <p:cNvPr id="49" name="CaixaDeTexto 48">
                <a:extLst>
                  <a:ext uri="{FF2B5EF4-FFF2-40B4-BE49-F238E27FC236}">
                    <a16:creationId xmlns:a16="http://schemas.microsoft.com/office/drawing/2014/main" id="{4C43DDEF-0BC6-1E74-A61E-E6A616C1A7C6}"/>
                  </a:ext>
                </a:extLst>
              </p:cNvPr>
              <p:cNvSpPr txBox="1"/>
              <p:nvPr/>
            </p:nvSpPr>
            <p:spPr>
              <a:xfrm>
                <a:off x="2156119" y="8700740"/>
                <a:ext cx="415498" cy="646331"/>
              </a:xfrm>
              <a:prstGeom prst="rect">
                <a:avLst/>
              </a:prstGeom>
              <a:noFill/>
            </p:spPr>
            <p:txBody>
              <a:bodyPr wrap="none" rtlCol="0">
                <a:spAutoFit/>
              </a:bodyPr>
              <a:lstStyle/>
              <a:p>
                <a:pPr algn="l"/>
                <a:r>
                  <a:rPr lang="pt-BR" sz="3600" spc="0" baseline="0">
                    <a:ln/>
                    <a:solidFill>
                      <a:srgbClr val="114C8E"/>
                    </a:solidFill>
                    <a:latin typeface="Arial"/>
                    <a:cs typeface="Arial"/>
                    <a:sym typeface="Arial"/>
                    <a:rtl val="0"/>
                  </a:rPr>
                  <a:t>c</a:t>
                </a:r>
              </a:p>
            </p:txBody>
          </p:sp>
          <p:sp>
            <p:nvSpPr>
              <p:cNvPr id="50" name="CaixaDeTexto 49">
                <a:extLst>
                  <a:ext uri="{FF2B5EF4-FFF2-40B4-BE49-F238E27FC236}">
                    <a16:creationId xmlns:a16="http://schemas.microsoft.com/office/drawing/2014/main" id="{F93955CC-D5F4-F8F0-8EC0-96197B5ED6AE}"/>
                  </a:ext>
                </a:extLst>
              </p:cNvPr>
              <p:cNvSpPr txBox="1"/>
              <p:nvPr/>
            </p:nvSpPr>
            <p:spPr>
              <a:xfrm>
                <a:off x="2373598" y="8700740"/>
                <a:ext cx="2467342" cy="646331"/>
              </a:xfrm>
              <a:prstGeom prst="rect">
                <a:avLst/>
              </a:prstGeom>
              <a:noFill/>
            </p:spPr>
            <p:txBody>
              <a:bodyPr wrap="none" rtlCol="0">
                <a:spAutoFit/>
              </a:bodyPr>
              <a:lstStyle/>
              <a:p>
                <a:pPr algn="l"/>
                <a:r>
                  <a:rPr lang="pt-BR" sz="3600" spc="0" baseline="0">
                    <a:ln/>
                    <a:solidFill>
                      <a:srgbClr val="114C8E"/>
                    </a:solidFill>
                    <a:latin typeface="Arial"/>
                    <a:cs typeface="Arial"/>
                    <a:sym typeface="Arial"/>
                    <a:rtl val="0"/>
                  </a:rPr>
                  <a:t>omunidade</a:t>
                </a:r>
              </a:p>
            </p:txBody>
          </p:sp>
        </p:grpSp>
      </p:grpSp>
      <p:sp>
        <p:nvSpPr>
          <p:cNvPr id="33" name="Google Shape;33;p3"/>
          <p:cNvSpPr txBox="1"/>
          <p:nvPr/>
        </p:nvSpPr>
        <p:spPr>
          <a:xfrm>
            <a:off x="854659" y="9457076"/>
            <a:ext cx="8650941" cy="1089525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lang="pt-BR" sz="2600" b="1">
              <a:solidFill>
                <a:schemeClr val="dk1"/>
              </a:solidFill>
              <a:latin typeface="Arial"/>
              <a:ea typeface="Arial"/>
              <a:cs typeface="Arial"/>
              <a:sym typeface="Arial"/>
            </a:endParaRPr>
          </a:p>
          <a:p>
            <a:pPr marL="0" marR="0" lvl="0" indent="0" algn="just" rtl="0">
              <a:spcBef>
                <a:spcPts val="0"/>
              </a:spcBef>
              <a:spcAft>
                <a:spcPts val="0"/>
              </a:spcAft>
              <a:buNone/>
            </a:pPr>
            <a:r>
              <a:rPr lang="pt-BR" sz="2600">
                <a:solidFill>
                  <a:schemeClr val="dk1"/>
                </a:solidFill>
                <a:latin typeface="Arial"/>
                <a:ea typeface="Arial"/>
                <a:cs typeface="Arial"/>
                <a:sym typeface="Arial"/>
              </a:rPr>
              <a:t>O avanço da Ciência de Dados nas últimas décadas tem promovido mudanças estruturais na forma como organizações operam, consolidando o uso de dados como recurso estratégico para </a:t>
            </a:r>
            <a:r>
              <a:rPr lang="pt-BR" sz="2600">
                <a:solidFill>
                  <a:schemeClr val="dk1"/>
                </a:solidFill>
              </a:rPr>
              <a:t>a </a:t>
            </a:r>
            <a:r>
              <a:rPr lang="pt-BR" sz="2600">
                <a:solidFill>
                  <a:schemeClr val="dk1"/>
                </a:solidFill>
                <a:latin typeface="Arial"/>
                <a:ea typeface="Arial"/>
                <a:cs typeface="Arial"/>
                <a:sym typeface="Arial"/>
              </a:rPr>
              <a:t>tomada de decisão. Nesse contexto, o desenvolvimento e a aplicação de técnicas de Machine Learning (ML) e Inteligência Artificial (IA) têm se destacado como pilares fundamentais para automação, predição e geração de conhecimento a partir de grandes volumes de dados. Relatórios recentes indicam que a IA vem ampliando significativamente sua influência em diversos setores, incluindo saúde, finanças e indústria, reforçando seu papel central na transformação digital contemporânea (</a:t>
            </a:r>
            <a:r>
              <a:rPr lang="pt-BR" sz="2600" err="1">
                <a:solidFill>
                  <a:schemeClr val="dk1"/>
                </a:solidFill>
                <a:latin typeface="Arial"/>
                <a:ea typeface="Arial"/>
                <a:cs typeface="Arial"/>
                <a:sym typeface="Arial"/>
              </a:rPr>
              <a:t>Maslej</a:t>
            </a:r>
            <a:r>
              <a:rPr lang="pt-BR" sz="2600">
                <a:solidFill>
                  <a:schemeClr val="dk1"/>
                </a:solidFill>
                <a:latin typeface="Arial"/>
                <a:ea typeface="Arial"/>
                <a:cs typeface="Arial"/>
                <a:sym typeface="Arial"/>
              </a:rPr>
              <a:t> et al., 2024).</a:t>
            </a:r>
          </a:p>
          <a:p>
            <a:pPr marL="0" marR="0" lvl="0" indent="0" algn="just" rtl="0">
              <a:spcBef>
                <a:spcPts val="0"/>
              </a:spcBef>
              <a:spcAft>
                <a:spcPts val="0"/>
              </a:spcAft>
              <a:buNone/>
            </a:pPr>
            <a:r>
              <a:rPr lang="pt-BR" sz="2600">
                <a:solidFill>
                  <a:schemeClr val="dk1"/>
                </a:solidFill>
                <a:latin typeface="Arial"/>
                <a:ea typeface="Arial"/>
                <a:cs typeface="Arial"/>
                <a:sym typeface="Arial"/>
              </a:rPr>
              <a:t>A adoção de IA vem impactando o mercado de trabalho, fomentando mudanças na demanda por habilidades e na forma como os empregos estão distribuídos na economia. Esses estudos indicam que a IA não apenas substitui tarefas rotineiras e repetitivas, mas também impulsiona a criação de funções de maior complexidade, que exigem competências específicas, como modelagem estatística avançada, desenvolvimento e validação de algoritmos de Machine Learning, engenharia de dados em larga escala e interpretação de resultados para apoio à tomada de decisão estratégica (</a:t>
            </a:r>
            <a:r>
              <a:rPr lang="pt-BR" sz="2600" err="1">
                <a:solidFill>
                  <a:schemeClr val="dk1"/>
                </a:solidFill>
                <a:latin typeface="Arial"/>
                <a:ea typeface="Arial"/>
                <a:cs typeface="Arial"/>
                <a:sym typeface="Arial"/>
              </a:rPr>
              <a:t>Mäkelä</a:t>
            </a:r>
            <a:r>
              <a:rPr lang="pt-BR" sz="2600">
                <a:solidFill>
                  <a:schemeClr val="dk1"/>
                </a:solidFill>
                <a:latin typeface="Arial"/>
                <a:ea typeface="Arial"/>
                <a:cs typeface="Arial"/>
                <a:sym typeface="Arial"/>
              </a:rPr>
              <a:t> e Stephany, 2024</a:t>
            </a:r>
          </a:p>
        </p:txBody>
      </p:sp>
      <p:sp>
        <p:nvSpPr>
          <p:cNvPr id="34" name="Google Shape;34;p3"/>
          <p:cNvSpPr txBox="1"/>
          <p:nvPr/>
        </p:nvSpPr>
        <p:spPr>
          <a:xfrm>
            <a:off x="9867000" y="4707462"/>
            <a:ext cx="9117239" cy="47089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pt-BR" sz="2500" b="1">
                <a:solidFill>
                  <a:schemeClr val="dk1"/>
                </a:solidFill>
                <a:latin typeface="Arial"/>
                <a:ea typeface="Arial"/>
                <a:cs typeface="Arial"/>
                <a:sym typeface="Arial"/>
              </a:rPr>
              <a:t>Centro Universitário SENAI-SP Campus Santo Amaro</a:t>
            </a:r>
          </a:p>
          <a:p>
            <a:pPr marL="0" marR="0" lvl="0" indent="0" algn="ctr" rtl="0">
              <a:spcBef>
                <a:spcPts val="0"/>
              </a:spcBef>
              <a:spcAft>
                <a:spcPts val="0"/>
              </a:spcAft>
              <a:buNone/>
            </a:pPr>
            <a:r>
              <a:rPr lang="pt-BR" sz="2500" b="1">
                <a:solidFill>
                  <a:schemeClr val="dk1"/>
                </a:solidFill>
                <a:latin typeface="Arial"/>
                <a:ea typeface="Arial"/>
                <a:cs typeface="Arial"/>
                <a:sym typeface="Arial"/>
              </a:rPr>
              <a:t>ANÁLISE DE SALÁRIOS DOS PROFISSIONAIS EM MACHINE LEARNING E INTELIGÊNCIA ARTIFICIAL</a:t>
            </a:r>
          </a:p>
          <a:p>
            <a:pPr marL="0" marR="0" lvl="0" indent="0" algn="ctr" rtl="0">
              <a:spcBef>
                <a:spcPts val="0"/>
              </a:spcBef>
              <a:spcAft>
                <a:spcPts val="0"/>
              </a:spcAft>
              <a:buNone/>
            </a:pPr>
            <a:endParaRPr lang="pt-BR" sz="2500" b="1">
              <a:solidFill>
                <a:schemeClr val="dk1"/>
              </a:solidFill>
              <a:latin typeface="Arial"/>
              <a:ea typeface="Arial"/>
              <a:cs typeface="Arial"/>
              <a:sym typeface="Arial"/>
            </a:endParaRPr>
          </a:p>
          <a:p>
            <a:pPr marL="0" marR="0" lvl="0" indent="0" algn="ctr" rtl="0">
              <a:spcBef>
                <a:spcPts val="0"/>
              </a:spcBef>
              <a:spcAft>
                <a:spcPts val="0"/>
              </a:spcAft>
              <a:buNone/>
            </a:pPr>
            <a:r>
              <a:rPr lang="pt-BR" sz="2500" b="1">
                <a:solidFill>
                  <a:schemeClr val="dk1"/>
                </a:solidFill>
              </a:rPr>
              <a:t>Francisco</a:t>
            </a:r>
            <a:r>
              <a:rPr lang="pt-BR" sz="2500" b="1">
                <a:solidFill>
                  <a:schemeClr val="dk1"/>
                </a:solidFill>
                <a:latin typeface="Arial"/>
                <a:ea typeface="Arial"/>
                <a:cs typeface="Arial"/>
                <a:sym typeface="Arial"/>
              </a:rPr>
              <a:t>, </a:t>
            </a:r>
            <a:r>
              <a:rPr lang="pt-BR" sz="2500" b="1">
                <a:solidFill>
                  <a:schemeClr val="dk1"/>
                </a:solidFill>
              </a:rPr>
              <a:t>Gustavo L.</a:t>
            </a:r>
            <a:r>
              <a:rPr lang="pt-BR" sz="2500" b="1">
                <a:solidFill>
                  <a:schemeClr val="dk1"/>
                </a:solidFill>
                <a:latin typeface="Arial"/>
                <a:ea typeface="Arial"/>
                <a:cs typeface="Arial"/>
                <a:sym typeface="Arial"/>
              </a:rPr>
              <a:t> </a:t>
            </a:r>
            <a:endParaRPr/>
          </a:p>
          <a:p>
            <a:pPr marL="0" marR="0" lvl="0" indent="0" algn="ctr" rtl="0">
              <a:spcBef>
                <a:spcPts val="0"/>
              </a:spcBef>
              <a:spcAft>
                <a:spcPts val="0"/>
              </a:spcAft>
              <a:buNone/>
            </a:pPr>
            <a:r>
              <a:rPr lang="pt-BR" sz="2500" b="1">
                <a:solidFill>
                  <a:schemeClr val="dk1"/>
                </a:solidFill>
                <a:latin typeface="Arial"/>
                <a:ea typeface="Arial"/>
                <a:cs typeface="Arial"/>
                <a:sym typeface="Arial"/>
              </a:rPr>
              <a:t>Hor</a:t>
            </a:r>
            <a:r>
              <a:rPr lang="pt-BR" sz="2500" b="1">
                <a:solidFill>
                  <a:schemeClr val="dk1"/>
                </a:solidFill>
              </a:rPr>
              <a:t>á</a:t>
            </a:r>
            <a:r>
              <a:rPr lang="pt-BR" sz="2500" b="1">
                <a:solidFill>
                  <a:schemeClr val="dk1"/>
                </a:solidFill>
                <a:latin typeface="Arial"/>
                <a:ea typeface="Arial"/>
                <a:cs typeface="Arial"/>
                <a:sym typeface="Arial"/>
              </a:rPr>
              <a:t>cio, </a:t>
            </a:r>
            <a:r>
              <a:rPr lang="pt-BR" sz="2500" b="1">
                <a:solidFill>
                  <a:schemeClr val="dk1"/>
                </a:solidFill>
              </a:rPr>
              <a:t>Anderson P.</a:t>
            </a:r>
            <a:endParaRPr lang="pt-BR" sz="2500" b="1">
              <a:solidFill>
                <a:schemeClr val="dk1"/>
              </a:solidFill>
              <a:latin typeface="Arial"/>
              <a:ea typeface="Arial"/>
              <a:cs typeface="Arial"/>
              <a:sym typeface="Arial"/>
            </a:endParaRPr>
          </a:p>
          <a:p>
            <a:pPr marL="0" marR="0" lvl="0" indent="0" algn="ctr" rtl="0">
              <a:spcBef>
                <a:spcPts val="0"/>
              </a:spcBef>
              <a:spcAft>
                <a:spcPts val="0"/>
              </a:spcAft>
              <a:buNone/>
            </a:pPr>
            <a:r>
              <a:rPr lang="pt-BR" sz="2500" b="1">
                <a:solidFill>
                  <a:schemeClr val="dk1"/>
                </a:solidFill>
              </a:rPr>
              <a:t>Silva</a:t>
            </a:r>
            <a:r>
              <a:rPr lang="pt-BR" sz="2500" b="1">
                <a:solidFill>
                  <a:schemeClr val="dk1"/>
                </a:solidFill>
                <a:latin typeface="Arial"/>
                <a:ea typeface="Arial"/>
                <a:cs typeface="Arial"/>
                <a:sym typeface="Arial"/>
              </a:rPr>
              <a:t>, </a:t>
            </a:r>
            <a:r>
              <a:rPr lang="pt-BR" sz="2500" b="1">
                <a:solidFill>
                  <a:schemeClr val="dk1"/>
                </a:solidFill>
              </a:rPr>
              <a:t>Enzo</a:t>
            </a:r>
            <a:r>
              <a:rPr lang="pt-BR" sz="2500" b="1">
                <a:solidFill>
                  <a:schemeClr val="dk1"/>
                </a:solidFill>
                <a:latin typeface="Arial"/>
                <a:ea typeface="Arial"/>
                <a:cs typeface="Arial"/>
                <a:sym typeface="Arial"/>
              </a:rPr>
              <a:t> R.</a:t>
            </a:r>
          </a:p>
          <a:p>
            <a:pPr marL="0" marR="0" lvl="0" indent="0" algn="ctr" rtl="0">
              <a:spcBef>
                <a:spcPts val="0"/>
              </a:spcBef>
              <a:spcAft>
                <a:spcPts val="0"/>
              </a:spcAft>
              <a:buNone/>
            </a:pPr>
            <a:r>
              <a:rPr lang="pt-BR" sz="2500" b="1">
                <a:solidFill>
                  <a:schemeClr val="dk1"/>
                </a:solidFill>
                <a:latin typeface="Arial"/>
                <a:ea typeface="Arial"/>
                <a:cs typeface="Arial"/>
                <a:sym typeface="Arial"/>
              </a:rPr>
              <a:t>Jacinto, Gustavo G.</a:t>
            </a:r>
          </a:p>
          <a:p>
            <a:pPr marL="0" marR="0" lvl="0" indent="0" algn="ctr" rtl="0">
              <a:spcBef>
                <a:spcPts val="0"/>
              </a:spcBef>
              <a:spcAft>
                <a:spcPts val="0"/>
              </a:spcAft>
              <a:buNone/>
            </a:pPr>
            <a:r>
              <a:rPr lang="pt-BR" sz="2500" b="1">
                <a:solidFill>
                  <a:schemeClr val="dk1"/>
                </a:solidFill>
                <a:latin typeface="Arial"/>
                <a:ea typeface="Arial"/>
                <a:cs typeface="Arial"/>
                <a:sym typeface="Arial"/>
              </a:rPr>
              <a:t>Paulino, Bruna S.</a:t>
            </a:r>
          </a:p>
          <a:p>
            <a:pPr marL="0" marR="0" lvl="0" indent="0" algn="ctr" rtl="0">
              <a:spcBef>
                <a:spcPts val="0"/>
              </a:spcBef>
              <a:spcAft>
                <a:spcPts val="0"/>
              </a:spcAft>
              <a:buNone/>
            </a:pPr>
            <a:r>
              <a:rPr lang="pt-BR" sz="2500" b="1">
                <a:solidFill>
                  <a:schemeClr val="dk1"/>
                </a:solidFill>
              </a:rPr>
              <a:t>Costa, Gabriel L.</a:t>
            </a:r>
            <a:r>
              <a:rPr lang="pt-BR" sz="2500" b="1">
                <a:solidFill>
                  <a:schemeClr val="dk1"/>
                </a:solidFill>
                <a:latin typeface="Arial"/>
                <a:ea typeface="Arial"/>
                <a:cs typeface="Arial"/>
                <a:sym typeface="Arial"/>
              </a:rPr>
              <a:t> </a:t>
            </a:r>
          </a:p>
          <a:p>
            <a:pPr marL="0" marR="0" lvl="0" indent="0" algn="ctr" rtl="0">
              <a:spcBef>
                <a:spcPts val="0"/>
              </a:spcBef>
              <a:spcAft>
                <a:spcPts val="0"/>
              </a:spcAft>
              <a:buNone/>
            </a:pPr>
            <a:endParaRPr lang="pt-BR" sz="2500" b="1">
              <a:solidFill>
                <a:schemeClr val="dk1"/>
              </a:solidFill>
              <a:latin typeface="Arial"/>
              <a:ea typeface="Arial"/>
              <a:cs typeface="Arial"/>
              <a:sym typeface="Arial"/>
            </a:endParaRPr>
          </a:p>
          <a:p>
            <a:pPr marL="0" marR="0" lvl="0" indent="0" algn="ctr" rtl="0">
              <a:spcBef>
                <a:spcPts val="0"/>
              </a:spcBef>
              <a:spcAft>
                <a:spcPts val="0"/>
              </a:spcAft>
              <a:buNone/>
            </a:pPr>
            <a:r>
              <a:rPr lang="pt-BR" sz="2500" b="1">
                <a:solidFill>
                  <a:schemeClr val="dk1"/>
                </a:solidFill>
                <a:latin typeface="Arial"/>
                <a:ea typeface="Arial"/>
                <a:cs typeface="Arial"/>
                <a:sym typeface="Arial"/>
              </a:rPr>
              <a:t>Orientador: </a:t>
            </a:r>
            <a:r>
              <a:rPr lang="pt-BR" sz="2500" b="1">
                <a:solidFill>
                  <a:schemeClr val="dk1"/>
                </a:solidFill>
              </a:rPr>
              <a:t>Camargo</a:t>
            </a:r>
            <a:r>
              <a:rPr lang="pt-BR" sz="2500" b="1">
                <a:solidFill>
                  <a:schemeClr val="dk1"/>
                </a:solidFill>
                <a:latin typeface="Arial"/>
                <a:ea typeface="Arial"/>
                <a:cs typeface="Arial"/>
                <a:sym typeface="Arial"/>
              </a:rPr>
              <a:t>, Felipe A.</a:t>
            </a:r>
            <a:endParaRPr/>
          </a:p>
        </p:txBody>
      </p:sp>
      <p:grpSp>
        <p:nvGrpSpPr>
          <p:cNvPr id="100" name="Agrupar 99">
            <a:extLst>
              <a:ext uri="{FF2B5EF4-FFF2-40B4-BE49-F238E27FC236}">
                <a16:creationId xmlns:a16="http://schemas.microsoft.com/office/drawing/2014/main" id="{2EF754FE-D60A-CE30-54AF-E8A0D6264ADF}"/>
              </a:ext>
            </a:extLst>
          </p:cNvPr>
          <p:cNvGrpSpPr/>
          <p:nvPr/>
        </p:nvGrpSpPr>
        <p:grpSpPr>
          <a:xfrm>
            <a:off x="2126441" y="4623927"/>
            <a:ext cx="3645457" cy="4757556"/>
            <a:chOff x="1974041" y="4471527"/>
            <a:chExt cx="3645457" cy="4757556"/>
          </a:xfrm>
        </p:grpSpPr>
        <p:grpSp>
          <p:nvGrpSpPr>
            <p:cNvPr id="101" name="Gráfico 1">
              <a:extLst>
                <a:ext uri="{FF2B5EF4-FFF2-40B4-BE49-F238E27FC236}">
                  <a16:creationId xmlns:a16="http://schemas.microsoft.com/office/drawing/2014/main" id="{1D42E3C9-0FB7-CEA5-FA86-CFC53FB02760}"/>
                </a:ext>
              </a:extLst>
            </p:cNvPr>
            <p:cNvGrpSpPr/>
            <p:nvPr/>
          </p:nvGrpSpPr>
          <p:grpSpPr>
            <a:xfrm>
              <a:off x="2190180" y="4471527"/>
              <a:ext cx="3181777" cy="3181707"/>
              <a:chOff x="2190180" y="4471527"/>
              <a:chExt cx="3181777" cy="3181707"/>
            </a:xfrm>
            <a:solidFill>
              <a:srgbClr val="114C8E"/>
            </a:solidFill>
          </p:grpSpPr>
          <p:grpSp>
            <p:nvGrpSpPr>
              <p:cNvPr id="109" name="Gráfico 1">
                <a:extLst>
                  <a:ext uri="{FF2B5EF4-FFF2-40B4-BE49-F238E27FC236}">
                    <a16:creationId xmlns:a16="http://schemas.microsoft.com/office/drawing/2014/main" id="{E351E830-0177-21A4-3A99-20009661336D}"/>
                  </a:ext>
                </a:extLst>
              </p:cNvPr>
              <p:cNvGrpSpPr/>
              <p:nvPr/>
            </p:nvGrpSpPr>
            <p:grpSpPr>
              <a:xfrm>
                <a:off x="2962276" y="5035413"/>
                <a:ext cx="1637887" cy="2172361"/>
                <a:chOff x="2962276" y="5035413"/>
                <a:chExt cx="1637887" cy="2172361"/>
              </a:xfrm>
              <a:solidFill>
                <a:srgbClr val="114C8E"/>
              </a:solidFill>
            </p:grpSpPr>
            <p:sp>
              <p:nvSpPr>
                <p:cNvPr id="138" name="Forma Livre: Forma 137">
                  <a:extLst>
                    <a:ext uri="{FF2B5EF4-FFF2-40B4-BE49-F238E27FC236}">
                      <a16:creationId xmlns:a16="http://schemas.microsoft.com/office/drawing/2014/main" id="{F67BB358-7CA9-4DCF-F695-0C926C8EFEB6}"/>
                    </a:ext>
                  </a:extLst>
                </p:cNvPr>
                <p:cNvSpPr/>
                <p:nvPr/>
              </p:nvSpPr>
              <p:spPr>
                <a:xfrm>
                  <a:off x="2965731" y="5062499"/>
                  <a:ext cx="1304175" cy="1208088"/>
                </a:xfrm>
                <a:custGeom>
                  <a:avLst/>
                  <a:gdLst>
                    <a:gd name="csX0" fmla="*/ 886176 w 1304175"/>
                    <a:gd name="csY0" fmla="*/ 754650 h 1208088"/>
                    <a:gd name="csX1" fmla="*/ 874994 w 1304175"/>
                    <a:gd name="csY1" fmla="*/ 805934 h 1208088"/>
                    <a:gd name="csX2" fmla="*/ 1058924 w 1304175"/>
                    <a:gd name="csY2" fmla="*/ 990250 h 1208088"/>
                    <a:gd name="csX3" fmla="*/ 1088358 w 1304175"/>
                    <a:gd name="csY3" fmla="*/ 1025211 h 1208088"/>
                    <a:gd name="csX4" fmla="*/ 1079746 w 1304175"/>
                    <a:gd name="csY4" fmla="*/ 1091534 h 1208088"/>
                    <a:gd name="csX5" fmla="*/ 1021907 w 1304175"/>
                    <a:gd name="csY5" fmla="*/ 1082666 h 1208088"/>
                    <a:gd name="csX6" fmla="*/ 753659 w 1304175"/>
                    <a:gd name="csY6" fmla="*/ 813261 h 1208088"/>
                    <a:gd name="csX7" fmla="*/ 725124 w 1304175"/>
                    <a:gd name="csY7" fmla="*/ 792181 h 1208088"/>
                    <a:gd name="csX8" fmla="*/ 714456 w 1304175"/>
                    <a:gd name="csY8" fmla="*/ 800922 h 1208088"/>
                    <a:gd name="csX9" fmla="*/ 737849 w 1304175"/>
                    <a:gd name="csY9" fmla="*/ 840124 h 1208088"/>
                    <a:gd name="csX10" fmla="*/ 989388 w 1304175"/>
                    <a:gd name="csY10" fmla="*/ 1096547 h 1208088"/>
                    <a:gd name="csX11" fmla="*/ 997614 w 1304175"/>
                    <a:gd name="csY11" fmla="*/ 1160428 h 1208088"/>
                    <a:gd name="csX12" fmla="*/ 930905 w 1304175"/>
                    <a:gd name="csY12" fmla="*/ 1154387 h 1208088"/>
                    <a:gd name="csX13" fmla="*/ 878721 w 1304175"/>
                    <a:gd name="csY13" fmla="*/ 1101946 h 1208088"/>
                    <a:gd name="csX14" fmla="*/ 807514 w 1304175"/>
                    <a:gd name="csY14" fmla="*/ 1104387 h 1208088"/>
                    <a:gd name="csX15" fmla="*/ 745433 w 1304175"/>
                    <a:gd name="csY15" fmla="*/ 1171739 h 1208088"/>
                    <a:gd name="csX16" fmla="*/ 610345 w 1304175"/>
                    <a:gd name="csY16" fmla="*/ 1160042 h 1208088"/>
                    <a:gd name="csX17" fmla="*/ 572942 w 1304175"/>
                    <a:gd name="csY17" fmla="*/ 1136778 h 1208088"/>
                    <a:gd name="csX18" fmla="*/ 497750 w 1304175"/>
                    <a:gd name="csY18" fmla="*/ 1063129 h 1208088"/>
                    <a:gd name="csX19" fmla="*/ 408034 w 1304175"/>
                    <a:gd name="csY19" fmla="*/ 1008374 h 1208088"/>
                    <a:gd name="csX20" fmla="*/ 384256 w 1304175"/>
                    <a:gd name="csY20" fmla="*/ 989094 h 1208088"/>
                    <a:gd name="csX21" fmla="*/ 323074 w 1304175"/>
                    <a:gd name="csY21" fmla="*/ 954390 h 1208088"/>
                    <a:gd name="csX22" fmla="*/ 305594 w 1304175"/>
                    <a:gd name="csY22" fmla="*/ 932539 h 1208088"/>
                    <a:gd name="csX23" fmla="*/ 300452 w 1304175"/>
                    <a:gd name="csY23" fmla="*/ 807348 h 1208088"/>
                    <a:gd name="csX24" fmla="*/ 357906 w 1304175"/>
                    <a:gd name="csY24" fmla="*/ 740511 h 1208088"/>
                    <a:gd name="csX25" fmla="*/ 413175 w 1304175"/>
                    <a:gd name="csY25" fmla="*/ 732542 h 1208088"/>
                    <a:gd name="csX26" fmla="*/ 413304 w 1304175"/>
                    <a:gd name="csY26" fmla="*/ 789482 h 1208088"/>
                    <a:gd name="csX27" fmla="*/ 364461 w 1304175"/>
                    <a:gd name="csY27" fmla="*/ 849893 h 1208088"/>
                    <a:gd name="csX28" fmla="*/ 375258 w 1304175"/>
                    <a:gd name="csY28" fmla="*/ 920457 h 1208088"/>
                    <a:gd name="csX29" fmla="*/ 449036 w 1304175"/>
                    <a:gd name="csY29" fmla="*/ 828299 h 1208088"/>
                    <a:gd name="csX30" fmla="*/ 487724 w 1304175"/>
                    <a:gd name="csY30" fmla="*/ 788325 h 1208088"/>
                    <a:gd name="csX31" fmla="*/ 530140 w 1304175"/>
                    <a:gd name="csY31" fmla="*/ 791667 h 1208088"/>
                    <a:gd name="csX32" fmla="*/ 535924 w 1304175"/>
                    <a:gd name="csY32" fmla="*/ 833440 h 1208088"/>
                    <a:gd name="csX33" fmla="*/ 468573 w 1304175"/>
                    <a:gd name="csY33" fmla="*/ 924056 h 1208088"/>
                    <a:gd name="csX34" fmla="*/ 451992 w 1304175"/>
                    <a:gd name="csY34" fmla="*/ 950662 h 1208088"/>
                    <a:gd name="csX35" fmla="*/ 462660 w 1304175"/>
                    <a:gd name="csY35" fmla="*/ 983695 h 1208088"/>
                    <a:gd name="csX36" fmla="*/ 489524 w 1304175"/>
                    <a:gd name="csY36" fmla="*/ 975598 h 1208088"/>
                    <a:gd name="csX37" fmla="*/ 576541 w 1304175"/>
                    <a:gd name="csY37" fmla="*/ 868916 h 1208088"/>
                    <a:gd name="csX38" fmla="*/ 608417 w 1304175"/>
                    <a:gd name="csY38" fmla="*/ 837039 h 1208088"/>
                    <a:gd name="csX39" fmla="*/ 654560 w 1304175"/>
                    <a:gd name="csY39" fmla="*/ 839867 h 1208088"/>
                    <a:gd name="csX40" fmla="*/ 659187 w 1304175"/>
                    <a:gd name="csY40" fmla="*/ 885239 h 1208088"/>
                    <a:gd name="csX41" fmla="*/ 560217 w 1304175"/>
                    <a:gd name="csY41" fmla="*/ 1009273 h 1208088"/>
                    <a:gd name="csX42" fmla="*/ 575255 w 1304175"/>
                    <a:gd name="csY42" fmla="*/ 1064157 h 1208088"/>
                    <a:gd name="csX43" fmla="*/ 653146 w 1304175"/>
                    <a:gd name="csY43" fmla="*/ 975469 h 1208088"/>
                    <a:gd name="csX44" fmla="*/ 675896 w 1304175"/>
                    <a:gd name="csY44" fmla="*/ 954518 h 1208088"/>
                    <a:gd name="csX45" fmla="*/ 719083 w 1304175"/>
                    <a:gd name="csY45" fmla="*/ 957603 h 1208088"/>
                    <a:gd name="csX46" fmla="*/ 723710 w 1304175"/>
                    <a:gd name="csY46" fmla="*/ 1000790 h 1208088"/>
                    <a:gd name="csX47" fmla="*/ 659187 w 1304175"/>
                    <a:gd name="csY47" fmla="*/ 1079581 h 1208088"/>
                    <a:gd name="csX48" fmla="*/ 673840 w 1304175"/>
                    <a:gd name="csY48" fmla="*/ 1139477 h 1208088"/>
                    <a:gd name="csX49" fmla="*/ 775252 w 1304175"/>
                    <a:gd name="csY49" fmla="*/ 1023669 h 1208088"/>
                    <a:gd name="csX50" fmla="*/ 737592 w 1304175"/>
                    <a:gd name="csY50" fmla="*/ 913902 h 1208088"/>
                    <a:gd name="csX51" fmla="*/ 717155 w 1304175"/>
                    <a:gd name="csY51" fmla="*/ 874057 h 1208088"/>
                    <a:gd name="csX52" fmla="*/ 604946 w 1304175"/>
                    <a:gd name="csY52" fmla="*/ 777400 h 1208088"/>
                    <a:gd name="csX53" fmla="*/ 571913 w 1304175"/>
                    <a:gd name="csY53" fmla="*/ 762362 h 1208088"/>
                    <a:gd name="csX54" fmla="*/ 474485 w 1304175"/>
                    <a:gd name="csY54" fmla="*/ 730229 h 1208088"/>
                    <a:gd name="csX55" fmla="*/ 262278 w 1304175"/>
                    <a:gd name="csY55" fmla="*/ 538329 h 1208088"/>
                    <a:gd name="csX56" fmla="*/ 120506 w 1304175"/>
                    <a:gd name="csY56" fmla="*/ 406840 h 1208088"/>
                    <a:gd name="csX57" fmla="*/ 81047 w 1304175"/>
                    <a:gd name="csY57" fmla="*/ 390645 h 1208088"/>
                    <a:gd name="csX58" fmla="*/ 101098 w 1304175"/>
                    <a:gd name="csY58" fmla="*/ 433575 h 1208088"/>
                    <a:gd name="csX59" fmla="*/ 313177 w 1304175"/>
                    <a:gd name="csY59" fmla="*/ 639356 h 1208088"/>
                    <a:gd name="csX60" fmla="*/ 299038 w 1304175"/>
                    <a:gd name="csY60" fmla="*/ 725473 h 1208088"/>
                    <a:gd name="csX61" fmla="*/ 116136 w 1304175"/>
                    <a:gd name="csY61" fmla="*/ 547584 h 1208088"/>
                    <a:gd name="csX62" fmla="*/ 19094 w 1304175"/>
                    <a:gd name="csY62" fmla="*/ 455683 h 1208088"/>
                    <a:gd name="csX63" fmla="*/ 10482 w 1304175"/>
                    <a:gd name="csY63" fmla="*/ 385118 h 1208088"/>
                    <a:gd name="csX64" fmla="*/ 245440 w 1304175"/>
                    <a:gd name="csY64" fmla="*/ 26897 h 1208088"/>
                    <a:gd name="csX65" fmla="*/ 319347 w 1304175"/>
                    <a:gd name="csY65" fmla="*/ 14430 h 1208088"/>
                    <a:gd name="csX66" fmla="*/ 452249 w 1304175"/>
                    <a:gd name="csY66" fmla="*/ 98619 h 1208088"/>
                    <a:gd name="csX67" fmla="*/ 544279 w 1304175"/>
                    <a:gd name="csY67" fmla="*/ 106973 h 1208088"/>
                    <a:gd name="csX68" fmla="*/ 735150 w 1304175"/>
                    <a:gd name="csY68" fmla="*/ 94763 h 1208088"/>
                    <a:gd name="csX69" fmla="*/ 753273 w 1304175"/>
                    <a:gd name="csY69" fmla="*/ 104145 h 1208088"/>
                    <a:gd name="csX70" fmla="*/ 728209 w 1304175"/>
                    <a:gd name="csY70" fmla="*/ 115842 h 1208088"/>
                    <a:gd name="csX71" fmla="*/ 599676 w 1304175"/>
                    <a:gd name="csY71" fmla="*/ 204015 h 1208088"/>
                    <a:gd name="csX72" fmla="*/ 493123 w 1304175"/>
                    <a:gd name="csY72" fmla="*/ 219054 h 1208088"/>
                    <a:gd name="csX73" fmla="*/ 423072 w 1304175"/>
                    <a:gd name="csY73" fmla="*/ 180108 h 1208088"/>
                    <a:gd name="csX74" fmla="*/ 393638 w 1304175"/>
                    <a:gd name="csY74" fmla="*/ 179466 h 1208088"/>
                    <a:gd name="csX75" fmla="*/ 404821 w 1304175"/>
                    <a:gd name="csY75" fmla="*/ 210185 h 1208088"/>
                    <a:gd name="csX76" fmla="*/ 526927 w 1304175"/>
                    <a:gd name="csY76" fmla="*/ 281264 h 1208088"/>
                    <a:gd name="csX77" fmla="*/ 449679 w 1304175"/>
                    <a:gd name="csY77" fmla="*/ 379720 h 1208088"/>
                    <a:gd name="csX78" fmla="*/ 462146 w 1304175"/>
                    <a:gd name="csY78" fmla="*/ 605937 h 1208088"/>
                    <a:gd name="csX79" fmla="*/ 689135 w 1304175"/>
                    <a:gd name="csY79" fmla="*/ 624703 h 1208088"/>
                    <a:gd name="csX80" fmla="*/ 809570 w 1304175"/>
                    <a:gd name="csY80" fmla="*/ 497070 h 1208088"/>
                    <a:gd name="csX81" fmla="*/ 843375 w 1304175"/>
                    <a:gd name="csY81" fmla="*/ 479718 h 1208088"/>
                    <a:gd name="csX82" fmla="*/ 992601 w 1304175"/>
                    <a:gd name="csY82" fmla="*/ 539872 h 1208088"/>
                    <a:gd name="csX83" fmla="*/ 1278072 w 1304175"/>
                    <a:gd name="csY83" fmla="*/ 832155 h 1208088"/>
                    <a:gd name="csX84" fmla="*/ 1304036 w 1304175"/>
                    <a:gd name="csY84" fmla="*/ 889995 h 1208088"/>
                    <a:gd name="csX85" fmla="*/ 1226145 w 1304175"/>
                    <a:gd name="csY85" fmla="*/ 911974 h 1208088"/>
                    <a:gd name="csX86" fmla="*/ 1030518 w 1304175"/>
                    <a:gd name="csY86" fmla="*/ 724573 h 1208088"/>
                    <a:gd name="csX87" fmla="*/ 974221 w 1304175"/>
                    <a:gd name="csY87" fmla="*/ 671489 h 1208088"/>
                    <a:gd name="csX88" fmla="*/ 945173 w 1304175"/>
                    <a:gd name="csY88" fmla="*/ 663906 h 1208088"/>
                    <a:gd name="csX89" fmla="*/ 952242 w 1304175"/>
                    <a:gd name="csY89" fmla="*/ 696553 h 1208088"/>
                    <a:gd name="csX90" fmla="*/ 1129231 w 1304175"/>
                    <a:gd name="csY90" fmla="*/ 873029 h 1208088"/>
                    <a:gd name="csX91" fmla="*/ 1182830 w 1304175"/>
                    <a:gd name="csY91" fmla="*/ 928940 h 1208088"/>
                    <a:gd name="csX92" fmla="*/ 1190542 w 1304175"/>
                    <a:gd name="csY92" fmla="*/ 1008374 h 1208088"/>
                    <a:gd name="csX93" fmla="*/ 1117406 w 1304175"/>
                    <a:gd name="csY93" fmla="*/ 998862 h 1208088"/>
                    <a:gd name="csX94" fmla="*/ 912654 w 1304175"/>
                    <a:gd name="csY94" fmla="*/ 790125 h 1208088"/>
                    <a:gd name="csX95" fmla="*/ 886176 w 1304175"/>
                    <a:gd name="csY95" fmla="*/ 754136 h 1208088"/>
                    <a:gd name="csX96" fmla="*/ 194413 w 1304175"/>
                    <a:gd name="csY96" fmla="*/ 216098 h 1208088"/>
                    <a:gd name="csX97" fmla="*/ 357649 w 1304175"/>
                    <a:gd name="csY97" fmla="*/ 320080 h 1208088"/>
                    <a:gd name="csX98" fmla="*/ 381299 w 1304175"/>
                    <a:gd name="csY98" fmla="*/ 315325 h 1208088"/>
                    <a:gd name="csX99" fmla="*/ 373330 w 1304175"/>
                    <a:gd name="csY99" fmla="*/ 285248 h 1208088"/>
                    <a:gd name="csX100" fmla="*/ 214978 w 1304175"/>
                    <a:gd name="csY100" fmla="*/ 187178 h 1208088"/>
                    <a:gd name="csX101" fmla="*/ 194413 w 1304175"/>
                    <a:gd name="csY101" fmla="*/ 216226 h 1208088"/>
                    <a:gd name="csX102" fmla="*/ 129504 w 1304175"/>
                    <a:gd name="csY102" fmla="*/ 312497 h 1208088"/>
                    <a:gd name="csX103" fmla="*/ 198783 w 1304175"/>
                    <a:gd name="csY103" fmla="*/ 364039 h 1208088"/>
                    <a:gd name="csX104" fmla="*/ 234386 w 1304175"/>
                    <a:gd name="csY104" fmla="*/ 364296 h 1208088"/>
                    <a:gd name="csX105" fmla="*/ 219605 w 1304175"/>
                    <a:gd name="csY105" fmla="*/ 335890 h 1208088"/>
                    <a:gd name="csX106" fmla="*/ 169349 w 1304175"/>
                    <a:gd name="csY106" fmla="*/ 298487 h 1208088"/>
                    <a:gd name="csX107" fmla="*/ 129504 w 1304175"/>
                    <a:gd name="csY107" fmla="*/ 312626 h 1208088"/>
                    <a:gd name="csX108" fmla="*/ 358806 w 1304175"/>
                    <a:gd name="csY108" fmla="*/ 469821 h 1208088"/>
                    <a:gd name="csX109" fmla="*/ 363433 w 1304175"/>
                    <a:gd name="csY109" fmla="*/ 429847 h 1208088"/>
                    <a:gd name="csX110" fmla="*/ 303665 w 1304175"/>
                    <a:gd name="csY110" fmla="*/ 388846 h 1208088"/>
                    <a:gd name="csX111" fmla="*/ 283871 w 1304175"/>
                    <a:gd name="csY111" fmla="*/ 403370 h 1208088"/>
                    <a:gd name="csX112" fmla="*/ 290170 w 1304175"/>
                    <a:gd name="csY112" fmla="*/ 423035 h 1208088"/>
                    <a:gd name="csX113" fmla="*/ 358806 w 1304175"/>
                    <a:gd name="csY113" fmla="*/ 469950 h 1208088"/>
                    <a:gd name="csX114" fmla="*/ 744404 w 1304175"/>
                    <a:gd name="csY114" fmla="*/ 653366 h 1208088"/>
                    <a:gd name="csX115" fmla="*/ 741448 w 1304175"/>
                    <a:gd name="csY115" fmla="*/ 695910 h 1208088"/>
                    <a:gd name="csX116" fmla="*/ 791704 w 1304175"/>
                    <a:gd name="csY116" fmla="*/ 722131 h 1208088"/>
                    <a:gd name="csX117" fmla="*/ 808928 w 1304175"/>
                    <a:gd name="csY117" fmla="*/ 704008 h 1208088"/>
                    <a:gd name="csX118" fmla="*/ 798902 w 1304175"/>
                    <a:gd name="csY118" fmla="*/ 685114 h 1208088"/>
                    <a:gd name="csX119" fmla="*/ 744404 w 1304175"/>
                    <a:gd name="csY119" fmla="*/ 653366 h 1208088"/>
                    <a:gd name="csX120" fmla="*/ 314334 w 1304175"/>
                    <a:gd name="csY120" fmla="*/ 151831 h 1208088"/>
                    <a:gd name="csX121" fmla="*/ 335542 w 1304175"/>
                    <a:gd name="csY121" fmla="*/ 121883 h 1208088"/>
                    <a:gd name="csX122" fmla="*/ 287470 w 1304175"/>
                    <a:gd name="csY122" fmla="*/ 81652 h 1208088"/>
                    <a:gd name="csX123" fmla="*/ 269090 w 1304175"/>
                    <a:gd name="csY123" fmla="*/ 104788 h 1208088"/>
                    <a:gd name="csX124" fmla="*/ 314205 w 1304175"/>
                    <a:gd name="csY124" fmla="*/ 151960 h 1208088"/>
                    <a:gd name="csX125" fmla="*/ 836819 w 1304175"/>
                    <a:gd name="csY125" fmla="*/ 561208 h 1208088"/>
                    <a:gd name="csX126" fmla="*/ 841061 w 1304175"/>
                    <a:gd name="csY126" fmla="*/ 616220 h 1208088"/>
                    <a:gd name="csX127" fmla="*/ 883605 w 1304175"/>
                    <a:gd name="csY127" fmla="*/ 604009 h 1208088"/>
                    <a:gd name="csX128" fmla="*/ 836819 w 1304175"/>
                    <a:gd name="csY128" fmla="*/ 561208 h 12080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Lst>
                  <a:rect l="l" t="t" r="r" b="b"/>
                  <a:pathLst>
                    <a:path w="1304175" h="1208088">
                      <a:moveTo>
                        <a:pt x="886176" y="754650"/>
                      </a:moveTo>
                      <a:cubicBezTo>
                        <a:pt x="846588" y="774958"/>
                        <a:pt x="859313" y="790253"/>
                        <a:pt x="874994" y="805934"/>
                      </a:cubicBezTo>
                      <a:cubicBezTo>
                        <a:pt x="936432" y="867245"/>
                        <a:pt x="997871" y="928683"/>
                        <a:pt x="1058924" y="990250"/>
                      </a:cubicBezTo>
                      <a:cubicBezTo>
                        <a:pt x="1069592" y="1001047"/>
                        <a:pt x="1080132" y="1012487"/>
                        <a:pt x="1088358" y="1025211"/>
                      </a:cubicBezTo>
                      <a:cubicBezTo>
                        <a:pt x="1104039" y="1049247"/>
                        <a:pt x="1102368" y="1072511"/>
                        <a:pt x="1079746" y="1091534"/>
                      </a:cubicBezTo>
                      <a:cubicBezTo>
                        <a:pt x="1057767" y="1109914"/>
                        <a:pt x="1039516" y="1100403"/>
                        <a:pt x="1021907" y="1082666"/>
                      </a:cubicBezTo>
                      <a:cubicBezTo>
                        <a:pt x="932705" y="992693"/>
                        <a:pt x="843375" y="902848"/>
                        <a:pt x="753659" y="813261"/>
                      </a:cubicBezTo>
                      <a:cubicBezTo>
                        <a:pt x="745304" y="804906"/>
                        <a:pt x="734636" y="799122"/>
                        <a:pt x="725124" y="792181"/>
                      </a:cubicBezTo>
                      <a:cubicBezTo>
                        <a:pt x="721525" y="795138"/>
                        <a:pt x="718055" y="797965"/>
                        <a:pt x="714456" y="800922"/>
                      </a:cubicBezTo>
                      <a:cubicBezTo>
                        <a:pt x="722168" y="814161"/>
                        <a:pt x="727566" y="829584"/>
                        <a:pt x="737849" y="840124"/>
                      </a:cubicBezTo>
                      <a:cubicBezTo>
                        <a:pt x="821138" y="926113"/>
                        <a:pt x="905199" y="1011330"/>
                        <a:pt x="989388" y="1096547"/>
                      </a:cubicBezTo>
                      <a:cubicBezTo>
                        <a:pt x="1008796" y="1116084"/>
                        <a:pt x="1021135" y="1136135"/>
                        <a:pt x="997614" y="1160428"/>
                      </a:cubicBezTo>
                      <a:cubicBezTo>
                        <a:pt x="973707" y="1185235"/>
                        <a:pt x="951342" y="1173795"/>
                        <a:pt x="930905" y="1154387"/>
                      </a:cubicBezTo>
                      <a:cubicBezTo>
                        <a:pt x="913039" y="1137421"/>
                        <a:pt x="895687" y="1119940"/>
                        <a:pt x="878721" y="1101946"/>
                      </a:cubicBezTo>
                      <a:cubicBezTo>
                        <a:pt x="853786" y="1075339"/>
                        <a:pt x="830393" y="1079581"/>
                        <a:pt x="807514" y="1104387"/>
                      </a:cubicBezTo>
                      <a:cubicBezTo>
                        <a:pt x="786820" y="1126881"/>
                        <a:pt x="767026" y="1150274"/>
                        <a:pt x="745433" y="1171739"/>
                      </a:cubicBezTo>
                      <a:cubicBezTo>
                        <a:pt x="692863" y="1224052"/>
                        <a:pt x="655845" y="1219681"/>
                        <a:pt x="610345" y="1160042"/>
                      </a:cubicBezTo>
                      <a:cubicBezTo>
                        <a:pt x="601861" y="1148860"/>
                        <a:pt x="586566" y="1141019"/>
                        <a:pt x="572942" y="1136778"/>
                      </a:cubicBezTo>
                      <a:cubicBezTo>
                        <a:pt x="535410" y="1125081"/>
                        <a:pt x="513174" y="1098218"/>
                        <a:pt x="497750" y="1063129"/>
                      </a:cubicBezTo>
                      <a:cubicBezTo>
                        <a:pt x="454691" y="1066985"/>
                        <a:pt x="429628" y="1041278"/>
                        <a:pt x="408034" y="1008374"/>
                      </a:cubicBezTo>
                      <a:cubicBezTo>
                        <a:pt x="402636" y="1000147"/>
                        <a:pt x="392996" y="994235"/>
                        <a:pt x="384256" y="989094"/>
                      </a:cubicBezTo>
                      <a:cubicBezTo>
                        <a:pt x="364076" y="977140"/>
                        <a:pt x="342868" y="966986"/>
                        <a:pt x="323074" y="954390"/>
                      </a:cubicBezTo>
                      <a:cubicBezTo>
                        <a:pt x="315748" y="949634"/>
                        <a:pt x="312020" y="939223"/>
                        <a:pt x="305594" y="932539"/>
                      </a:cubicBezTo>
                      <a:cubicBezTo>
                        <a:pt x="255594" y="881512"/>
                        <a:pt x="254566" y="863774"/>
                        <a:pt x="300452" y="807348"/>
                      </a:cubicBezTo>
                      <a:cubicBezTo>
                        <a:pt x="318961" y="784598"/>
                        <a:pt x="337727" y="761719"/>
                        <a:pt x="357906" y="740511"/>
                      </a:cubicBezTo>
                      <a:cubicBezTo>
                        <a:pt x="373459" y="724188"/>
                        <a:pt x="393124" y="714291"/>
                        <a:pt x="413175" y="732542"/>
                      </a:cubicBezTo>
                      <a:cubicBezTo>
                        <a:pt x="432327" y="750151"/>
                        <a:pt x="428599" y="770459"/>
                        <a:pt x="413304" y="789482"/>
                      </a:cubicBezTo>
                      <a:cubicBezTo>
                        <a:pt x="397109" y="809662"/>
                        <a:pt x="380657" y="829713"/>
                        <a:pt x="364461" y="849893"/>
                      </a:cubicBezTo>
                      <a:cubicBezTo>
                        <a:pt x="337470" y="883183"/>
                        <a:pt x="338112" y="888324"/>
                        <a:pt x="375258" y="920457"/>
                      </a:cubicBezTo>
                      <a:cubicBezTo>
                        <a:pt x="399808" y="889738"/>
                        <a:pt x="423972" y="858761"/>
                        <a:pt x="449036" y="828299"/>
                      </a:cubicBezTo>
                      <a:cubicBezTo>
                        <a:pt x="460990" y="813775"/>
                        <a:pt x="472300" y="796551"/>
                        <a:pt x="487724" y="788325"/>
                      </a:cubicBezTo>
                      <a:cubicBezTo>
                        <a:pt x="498907" y="782284"/>
                        <a:pt x="521143" y="783698"/>
                        <a:pt x="530140" y="791667"/>
                      </a:cubicBezTo>
                      <a:cubicBezTo>
                        <a:pt x="538238" y="798865"/>
                        <a:pt x="541837" y="823800"/>
                        <a:pt x="535924" y="833440"/>
                      </a:cubicBezTo>
                      <a:cubicBezTo>
                        <a:pt x="516259" y="865445"/>
                        <a:pt x="491323" y="893979"/>
                        <a:pt x="468573" y="924056"/>
                      </a:cubicBezTo>
                      <a:cubicBezTo>
                        <a:pt x="462275" y="932539"/>
                        <a:pt x="452764" y="941279"/>
                        <a:pt x="451992" y="950662"/>
                      </a:cubicBezTo>
                      <a:cubicBezTo>
                        <a:pt x="451093" y="961588"/>
                        <a:pt x="455848" y="975084"/>
                        <a:pt x="462660" y="983695"/>
                      </a:cubicBezTo>
                      <a:cubicBezTo>
                        <a:pt x="465103" y="986780"/>
                        <a:pt x="483997" y="982153"/>
                        <a:pt x="489524" y="975598"/>
                      </a:cubicBezTo>
                      <a:cubicBezTo>
                        <a:pt x="519472" y="940894"/>
                        <a:pt x="547364" y="904390"/>
                        <a:pt x="576541" y="868916"/>
                      </a:cubicBezTo>
                      <a:cubicBezTo>
                        <a:pt x="586180" y="857091"/>
                        <a:pt x="595692" y="841667"/>
                        <a:pt x="608417" y="837039"/>
                      </a:cubicBezTo>
                      <a:cubicBezTo>
                        <a:pt x="622427" y="831898"/>
                        <a:pt x="645048" y="831384"/>
                        <a:pt x="654560" y="839867"/>
                      </a:cubicBezTo>
                      <a:cubicBezTo>
                        <a:pt x="663172" y="847579"/>
                        <a:pt x="666128" y="875599"/>
                        <a:pt x="659187" y="885239"/>
                      </a:cubicBezTo>
                      <a:cubicBezTo>
                        <a:pt x="628596" y="928426"/>
                        <a:pt x="593507" y="968143"/>
                        <a:pt x="560217" y="1009273"/>
                      </a:cubicBezTo>
                      <a:cubicBezTo>
                        <a:pt x="535282" y="1039993"/>
                        <a:pt x="535796" y="1041921"/>
                        <a:pt x="575255" y="1064157"/>
                      </a:cubicBezTo>
                      <a:cubicBezTo>
                        <a:pt x="600833" y="1034980"/>
                        <a:pt x="626925" y="1005032"/>
                        <a:pt x="653146" y="975469"/>
                      </a:cubicBezTo>
                      <a:cubicBezTo>
                        <a:pt x="660087" y="967629"/>
                        <a:pt x="667285" y="956318"/>
                        <a:pt x="675896" y="954518"/>
                      </a:cubicBezTo>
                      <a:cubicBezTo>
                        <a:pt x="690163" y="951562"/>
                        <a:pt x="710600" y="949506"/>
                        <a:pt x="719083" y="957603"/>
                      </a:cubicBezTo>
                      <a:cubicBezTo>
                        <a:pt x="727181" y="965444"/>
                        <a:pt x="730009" y="990893"/>
                        <a:pt x="723710" y="1000790"/>
                      </a:cubicBezTo>
                      <a:cubicBezTo>
                        <a:pt x="705459" y="1029324"/>
                        <a:pt x="683094" y="1055674"/>
                        <a:pt x="659187" y="1079581"/>
                      </a:cubicBezTo>
                      <a:cubicBezTo>
                        <a:pt x="634380" y="1104387"/>
                        <a:pt x="637208" y="1121097"/>
                        <a:pt x="673840" y="1139477"/>
                      </a:cubicBezTo>
                      <a:cubicBezTo>
                        <a:pt x="706744" y="1102460"/>
                        <a:pt x="743890" y="1065442"/>
                        <a:pt x="775252" y="1023669"/>
                      </a:cubicBezTo>
                      <a:cubicBezTo>
                        <a:pt x="796846" y="994878"/>
                        <a:pt x="777437" y="941665"/>
                        <a:pt x="737592" y="913902"/>
                      </a:cubicBezTo>
                      <a:cubicBezTo>
                        <a:pt x="721783" y="902848"/>
                        <a:pt x="716770" y="892694"/>
                        <a:pt x="717155" y="874057"/>
                      </a:cubicBezTo>
                      <a:cubicBezTo>
                        <a:pt x="718569" y="812875"/>
                        <a:pt x="664200" y="768146"/>
                        <a:pt x="604946" y="777400"/>
                      </a:cubicBezTo>
                      <a:cubicBezTo>
                        <a:pt x="594664" y="778943"/>
                        <a:pt x="579882" y="770845"/>
                        <a:pt x="571913" y="762362"/>
                      </a:cubicBezTo>
                      <a:cubicBezTo>
                        <a:pt x="544407" y="733442"/>
                        <a:pt x="516259" y="710949"/>
                        <a:pt x="474485" y="730229"/>
                      </a:cubicBezTo>
                      <a:cubicBezTo>
                        <a:pt x="403278" y="665834"/>
                        <a:pt x="332457" y="602467"/>
                        <a:pt x="262278" y="538329"/>
                      </a:cubicBezTo>
                      <a:cubicBezTo>
                        <a:pt x="214721" y="494885"/>
                        <a:pt x="168578" y="449642"/>
                        <a:pt x="120506" y="406840"/>
                      </a:cubicBezTo>
                      <a:cubicBezTo>
                        <a:pt x="110352" y="397843"/>
                        <a:pt x="94414" y="395915"/>
                        <a:pt x="81047" y="390645"/>
                      </a:cubicBezTo>
                      <a:cubicBezTo>
                        <a:pt x="87602" y="405169"/>
                        <a:pt x="90687" y="423292"/>
                        <a:pt x="101098" y="433575"/>
                      </a:cubicBezTo>
                      <a:cubicBezTo>
                        <a:pt x="171020" y="502983"/>
                        <a:pt x="243127" y="570077"/>
                        <a:pt x="313177" y="639356"/>
                      </a:cubicBezTo>
                      <a:cubicBezTo>
                        <a:pt x="354179" y="679844"/>
                        <a:pt x="352251" y="687042"/>
                        <a:pt x="299038" y="725473"/>
                      </a:cubicBezTo>
                      <a:cubicBezTo>
                        <a:pt x="238499" y="666476"/>
                        <a:pt x="177446" y="606837"/>
                        <a:pt x="116136" y="547584"/>
                      </a:cubicBezTo>
                      <a:cubicBezTo>
                        <a:pt x="84131" y="516607"/>
                        <a:pt x="51741" y="485888"/>
                        <a:pt x="19094" y="455683"/>
                      </a:cubicBezTo>
                      <a:cubicBezTo>
                        <a:pt x="-4042" y="434346"/>
                        <a:pt x="-5199" y="409411"/>
                        <a:pt x="10482" y="385118"/>
                      </a:cubicBezTo>
                      <a:cubicBezTo>
                        <a:pt x="88116" y="265197"/>
                        <a:pt x="166135" y="145662"/>
                        <a:pt x="245440" y="26897"/>
                      </a:cubicBezTo>
                      <a:cubicBezTo>
                        <a:pt x="267291" y="-5879"/>
                        <a:pt x="285414" y="-7035"/>
                        <a:pt x="319347" y="14430"/>
                      </a:cubicBezTo>
                      <a:cubicBezTo>
                        <a:pt x="363690" y="42450"/>
                        <a:pt x="408420" y="69699"/>
                        <a:pt x="452249" y="98619"/>
                      </a:cubicBezTo>
                      <a:cubicBezTo>
                        <a:pt x="482069" y="118284"/>
                        <a:pt x="512660" y="122654"/>
                        <a:pt x="544279" y="106973"/>
                      </a:cubicBezTo>
                      <a:cubicBezTo>
                        <a:pt x="606489" y="75868"/>
                        <a:pt x="670884" y="87051"/>
                        <a:pt x="735150" y="94763"/>
                      </a:cubicBezTo>
                      <a:cubicBezTo>
                        <a:pt x="740034" y="95405"/>
                        <a:pt x="744533" y="99518"/>
                        <a:pt x="753273" y="104145"/>
                      </a:cubicBezTo>
                      <a:cubicBezTo>
                        <a:pt x="742219" y="109287"/>
                        <a:pt x="734636" y="111600"/>
                        <a:pt x="728209" y="115842"/>
                      </a:cubicBezTo>
                      <a:cubicBezTo>
                        <a:pt x="685022" y="144633"/>
                        <a:pt x="639136" y="170468"/>
                        <a:pt x="599676" y="204015"/>
                      </a:cubicBezTo>
                      <a:cubicBezTo>
                        <a:pt x="564716" y="233964"/>
                        <a:pt x="532839" y="242961"/>
                        <a:pt x="493123" y="219054"/>
                      </a:cubicBezTo>
                      <a:cubicBezTo>
                        <a:pt x="470244" y="205172"/>
                        <a:pt x="447108" y="191548"/>
                        <a:pt x="423072" y="180108"/>
                      </a:cubicBezTo>
                      <a:cubicBezTo>
                        <a:pt x="414846" y="176252"/>
                        <a:pt x="403535" y="179466"/>
                        <a:pt x="393638" y="179466"/>
                      </a:cubicBezTo>
                      <a:cubicBezTo>
                        <a:pt x="397237" y="190005"/>
                        <a:pt x="397623" y="205686"/>
                        <a:pt x="404821" y="210185"/>
                      </a:cubicBezTo>
                      <a:cubicBezTo>
                        <a:pt x="444537" y="235377"/>
                        <a:pt x="485796" y="257742"/>
                        <a:pt x="526927" y="281264"/>
                      </a:cubicBezTo>
                      <a:cubicBezTo>
                        <a:pt x="503148" y="311597"/>
                        <a:pt x="475642" y="345016"/>
                        <a:pt x="449679" y="379720"/>
                      </a:cubicBezTo>
                      <a:cubicBezTo>
                        <a:pt x="394281" y="453626"/>
                        <a:pt x="399422" y="541543"/>
                        <a:pt x="462146" y="605937"/>
                      </a:cubicBezTo>
                      <a:cubicBezTo>
                        <a:pt x="524870" y="670461"/>
                        <a:pt x="623584" y="681515"/>
                        <a:pt x="689135" y="624703"/>
                      </a:cubicBezTo>
                      <a:cubicBezTo>
                        <a:pt x="732965" y="586658"/>
                        <a:pt x="768954" y="539100"/>
                        <a:pt x="809570" y="497070"/>
                      </a:cubicBezTo>
                      <a:cubicBezTo>
                        <a:pt x="818054" y="488330"/>
                        <a:pt x="831421" y="481903"/>
                        <a:pt x="843375" y="479718"/>
                      </a:cubicBezTo>
                      <a:cubicBezTo>
                        <a:pt x="904685" y="468407"/>
                        <a:pt x="949928" y="494114"/>
                        <a:pt x="992601" y="539872"/>
                      </a:cubicBezTo>
                      <a:cubicBezTo>
                        <a:pt x="1085530" y="639485"/>
                        <a:pt x="1183729" y="733956"/>
                        <a:pt x="1278072" y="832155"/>
                      </a:cubicBezTo>
                      <a:cubicBezTo>
                        <a:pt x="1292082" y="846679"/>
                        <a:pt x="1305707" y="871358"/>
                        <a:pt x="1304036" y="889995"/>
                      </a:cubicBezTo>
                      <a:cubicBezTo>
                        <a:pt x="1300180" y="932154"/>
                        <a:pt x="1259821" y="943207"/>
                        <a:pt x="1226145" y="911974"/>
                      </a:cubicBezTo>
                      <a:cubicBezTo>
                        <a:pt x="1159951" y="850535"/>
                        <a:pt x="1095556" y="787169"/>
                        <a:pt x="1030518" y="724573"/>
                      </a:cubicBezTo>
                      <a:cubicBezTo>
                        <a:pt x="1011881" y="706707"/>
                        <a:pt x="994144" y="687813"/>
                        <a:pt x="974221" y="671489"/>
                      </a:cubicBezTo>
                      <a:cubicBezTo>
                        <a:pt x="967152" y="665705"/>
                        <a:pt x="955069" y="666219"/>
                        <a:pt x="945173" y="663906"/>
                      </a:cubicBezTo>
                      <a:cubicBezTo>
                        <a:pt x="947358" y="674960"/>
                        <a:pt x="945687" y="689998"/>
                        <a:pt x="952242" y="696553"/>
                      </a:cubicBezTo>
                      <a:cubicBezTo>
                        <a:pt x="1010467" y="756192"/>
                        <a:pt x="1070106" y="814289"/>
                        <a:pt x="1129231" y="873029"/>
                      </a:cubicBezTo>
                      <a:cubicBezTo>
                        <a:pt x="1147483" y="891280"/>
                        <a:pt x="1165606" y="909789"/>
                        <a:pt x="1182830" y="928940"/>
                      </a:cubicBezTo>
                      <a:cubicBezTo>
                        <a:pt x="1207508" y="956575"/>
                        <a:pt x="1210079" y="987294"/>
                        <a:pt x="1190542" y="1008374"/>
                      </a:cubicBezTo>
                      <a:cubicBezTo>
                        <a:pt x="1171776" y="1028553"/>
                        <a:pt x="1145555" y="1026882"/>
                        <a:pt x="1117406" y="998862"/>
                      </a:cubicBezTo>
                      <a:cubicBezTo>
                        <a:pt x="1048384" y="930097"/>
                        <a:pt x="980519" y="860175"/>
                        <a:pt x="912654" y="790125"/>
                      </a:cubicBezTo>
                      <a:cubicBezTo>
                        <a:pt x="902114" y="779200"/>
                        <a:pt x="894402" y="765575"/>
                        <a:pt x="886176" y="754136"/>
                      </a:cubicBezTo>
                      <a:close/>
                      <a:moveTo>
                        <a:pt x="194413" y="216098"/>
                      </a:moveTo>
                      <a:cubicBezTo>
                        <a:pt x="249939" y="251830"/>
                        <a:pt x="303408" y="286662"/>
                        <a:pt x="357649" y="320080"/>
                      </a:cubicBezTo>
                      <a:cubicBezTo>
                        <a:pt x="362791" y="323294"/>
                        <a:pt x="373330" y="317124"/>
                        <a:pt x="381299" y="315325"/>
                      </a:cubicBezTo>
                      <a:cubicBezTo>
                        <a:pt x="378857" y="305042"/>
                        <a:pt x="379628" y="289361"/>
                        <a:pt x="373330" y="285248"/>
                      </a:cubicBezTo>
                      <a:cubicBezTo>
                        <a:pt x="321917" y="251701"/>
                        <a:pt x="269219" y="220339"/>
                        <a:pt x="214978" y="187178"/>
                      </a:cubicBezTo>
                      <a:cubicBezTo>
                        <a:pt x="208808" y="195918"/>
                        <a:pt x="203024" y="204144"/>
                        <a:pt x="194413" y="216226"/>
                      </a:cubicBezTo>
                      <a:close/>
                      <a:moveTo>
                        <a:pt x="129504" y="312497"/>
                      </a:moveTo>
                      <a:cubicBezTo>
                        <a:pt x="153925" y="331134"/>
                        <a:pt x="175004" y="349772"/>
                        <a:pt x="198783" y="364039"/>
                      </a:cubicBezTo>
                      <a:cubicBezTo>
                        <a:pt x="207651" y="369437"/>
                        <a:pt x="222433" y="364424"/>
                        <a:pt x="234386" y="364296"/>
                      </a:cubicBezTo>
                      <a:cubicBezTo>
                        <a:pt x="229631" y="354656"/>
                        <a:pt x="226931" y="342445"/>
                        <a:pt x="219605" y="335890"/>
                      </a:cubicBezTo>
                      <a:cubicBezTo>
                        <a:pt x="204053" y="322009"/>
                        <a:pt x="184773" y="312497"/>
                        <a:pt x="169349" y="298487"/>
                      </a:cubicBezTo>
                      <a:cubicBezTo>
                        <a:pt x="148141" y="279207"/>
                        <a:pt x="137601" y="286405"/>
                        <a:pt x="129504" y="312626"/>
                      </a:cubicBezTo>
                      <a:close/>
                      <a:moveTo>
                        <a:pt x="358806" y="469821"/>
                      </a:moveTo>
                      <a:cubicBezTo>
                        <a:pt x="361248" y="452084"/>
                        <a:pt x="368189" y="434218"/>
                        <a:pt x="363433" y="429847"/>
                      </a:cubicBezTo>
                      <a:cubicBezTo>
                        <a:pt x="345696" y="413395"/>
                        <a:pt x="324745" y="400542"/>
                        <a:pt x="303665" y="388846"/>
                      </a:cubicBezTo>
                      <a:cubicBezTo>
                        <a:pt x="300195" y="386918"/>
                        <a:pt x="287856" y="396429"/>
                        <a:pt x="283871" y="403370"/>
                      </a:cubicBezTo>
                      <a:cubicBezTo>
                        <a:pt x="281558" y="407483"/>
                        <a:pt x="285542" y="419436"/>
                        <a:pt x="290170" y="423035"/>
                      </a:cubicBezTo>
                      <a:cubicBezTo>
                        <a:pt x="310221" y="438202"/>
                        <a:pt x="331686" y="451698"/>
                        <a:pt x="358806" y="469950"/>
                      </a:cubicBezTo>
                      <a:close/>
                      <a:moveTo>
                        <a:pt x="744404" y="653366"/>
                      </a:moveTo>
                      <a:cubicBezTo>
                        <a:pt x="742733" y="671618"/>
                        <a:pt x="735921" y="690898"/>
                        <a:pt x="741448" y="695910"/>
                      </a:cubicBezTo>
                      <a:cubicBezTo>
                        <a:pt x="755072" y="708507"/>
                        <a:pt x="773838" y="715833"/>
                        <a:pt x="791704" y="722131"/>
                      </a:cubicBezTo>
                      <a:cubicBezTo>
                        <a:pt x="795432" y="723416"/>
                        <a:pt x="806357" y="711591"/>
                        <a:pt x="808928" y="704008"/>
                      </a:cubicBezTo>
                      <a:cubicBezTo>
                        <a:pt x="810599" y="699381"/>
                        <a:pt x="804301" y="688841"/>
                        <a:pt x="798902" y="685114"/>
                      </a:cubicBezTo>
                      <a:cubicBezTo>
                        <a:pt x="783864" y="674702"/>
                        <a:pt x="767412" y="666476"/>
                        <a:pt x="744404" y="653366"/>
                      </a:cubicBezTo>
                      <a:close/>
                      <a:moveTo>
                        <a:pt x="314334" y="151831"/>
                      </a:moveTo>
                      <a:cubicBezTo>
                        <a:pt x="324616" y="137435"/>
                        <a:pt x="336570" y="122911"/>
                        <a:pt x="335542" y="121883"/>
                      </a:cubicBezTo>
                      <a:cubicBezTo>
                        <a:pt x="320760" y="106973"/>
                        <a:pt x="304565" y="93606"/>
                        <a:pt x="287470" y="81652"/>
                      </a:cubicBezTo>
                      <a:cubicBezTo>
                        <a:pt x="286699" y="81138"/>
                        <a:pt x="267805" y="103117"/>
                        <a:pt x="269090" y="104788"/>
                      </a:cubicBezTo>
                      <a:cubicBezTo>
                        <a:pt x="281172" y="120212"/>
                        <a:pt x="295825" y="133579"/>
                        <a:pt x="314205" y="151960"/>
                      </a:cubicBezTo>
                      <a:close/>
                      <a:moveTo>
                        <a:pt x="836819" y="561208"/>
                      </a:moveTo>
                      <a:cubicBezTo>
                        <a:pt x="824994" y="586658"/>
                        <a:pt x="820624" y="605809"/>
                        <a:pt x="841061" y="616220"/>
                      </a:cubicBezTo>
                      <a:cubicBezTo>
                        <a:pt x="849159" y="620333"/>
                        <a:pt x="864325" y="610051"/>
                        <a:pt x="883605" y="604009"/>
                      </a:cubicBezTo>
                      <a:cubicBezTo>
                        <a:pt x="864325" y="586400"/>
                        <a:pt x="853015" y="575989"/>
                        <a:pt x="836819" y="561208"/>
                      </a:cubicBezTo>
                      <a:close/>
                    </a:path>
                  </a:pathLst>
                </a:custGeom>
                <a:solidFill>
                  <a:srgbClr val="114C8E"/>
                </a:solidFill>
                <a:ln w="0" cap="flat">
                  <a:noFill/>
                  <a:prstDash val="solid"/>
                  <a:miter/>
                </a:ln>
              </p:spPr>
              <p:txBody>
                <a:bodyPr/>
                <a:lstStyle/>
                <a:p>
                  <a:endParaRPr lang="pt-BR"/>
                </a:p>
              </p:txBody>
            </p:sp>
            <p:sp>
              <p:nvSpPr>
                <p:cNvPr id="139" name="Forma Livre: Forma 138">
                  <a:extLst>
                    <a:ext uri="{FF2B5EF4-FFF2-40B4-BE49-F238E27FC236}">
                      <a16:creationId xmlns:a16="http://schemas.microsoft.com/office/drawing/2014/main" id="{4F8E28C2-C240-ECBE-9B20-D47351FBDB3D}"/>
                    </a:ext>
                  </a:extLst>
                </p:cNvPr>
                <p:cNvSpPr/>
                <p:nvPr/>
              </p:nvSpPr>
              <p:spPr>
                <a:xfrm>
                  <a:off x="2962276" y="6197478"/>
                  <a:ext cx="1626925" cy="898822"/>
                </a:xfrm>
                <a:custGeom>
                  <a:avLst/>
                  <a:gdLst>
                    <a:gd name="csX0" fmla="*/ 350050 w 1626925"/>
                    <a:gd name="csY0" fmla="*/ 785978 h 898822"/>
                    <a:gd name="csX1" fmla="*/ 199153 w 1626925"/>
                    <a:gd name="csY1" fmla="*/ 823381 h 898822"/>
                    <a:gd name="csX2" fmla="*/ 159565 w 1626925"/>
                    <a:gd name="csY2" fmla="*/ 813613 h 898822"/>
                    <a:gd name="csX3" fmla="*/ 175374 w 1626925"/>
                    <a:gd name="csY3" fmla="*/ 765670 h 898822"/>
                    <a:gd name="csX4" fmla="*/ 247096 w 1626925"/>
                    <a:gd name="csY4" fmla="*/ 741891 h 898822"/>
                    <a:gd name="csX5" fmla="*/ 321902 w 1626925"/>
                    <a:gd name="csY5" fmla="*/ 623898 h 898822"/>
                    <a:gd name="csX6" fmla="*/ 194654 w 1626925"/>
                    <a:gd name="csY6" fmla="*/ 648962 h 898822"/>
                    <a:gd name="csX7" fmla="*/ 136815 w 1626925"/>
                    <a:gd name="csY7" fmla="*/ 634566 h 898822"/>
                    <a:gd name="csX8" fmla="*/ 169333 w 1626925"/>
                    <a:gd name="csY8" fmla="*/ 580968 h 898822"/>
                    <a:gd name="csX9" fmla="*/ 297738 w 1626925"/>
                    <a:gd name="csY9" fmla="*/ 559375 h 898822"/>
                    <a:gd name="csX10" fmla="*/ 405062 w 1626925"/>
                    <a:gd name="csY10" fmla="*/ 515031 h 898822"/>
                    <a:gd name="csX11" fmla="*/ 582823 w 1626925"/>
                    <a:gd name="csY11" fmla="*/ 310407 h 898822"/>
                    <a:gd name="csX12" fmla="*/ 601460 w 1626925"/>
                    <a:gd name="csY12" fmla="*/ 279944 h 898822"/>
                    <a:gd name="csX13" fmla="*/ 468686 w 1626925"/>
                    <a:gd name="csY13" fmla="*/ 352308 h 898822"/>
                    <a:gd name="csX14" fmla="*/ 359562 w 1626925"/>
                    <a:gd name="csY14" fmla="*/ 402051 h 898822"/>
                    <a:gd name="csX15" fmla="*/ 298766 w 1626925"/>
                    <a:gd name="csY15" fmla="*/ 454106 h 898822"/>
                    <a:gd name="csX16" fmla="*/ 250566 w 1626925"/>
                    <a:gd name="csY16" fmla="*/ 479299 h 898822"/>
                    <a:gd name="csX17" fmla="*/ 234499 w 1626925"/>
                    <a:gd name="csY17" fmla="*/ 429299 h 898822"/>
                    <a:gd name="csX18" fmla="*/ 330385 w 1626925"/>
                    <a:gd name="csY18" fmla="*/ 333157 h 898822"/>
                    <a:gd name="csX19" fmla="*/ 383083 w 1626925"/>
                    <a:gd name="csY19" fmla="*/ 317862 h 898822"/>
                    <a:gd name="csX20" fmla="*/ 383083 w 1626925"/>
                    <a:gd name="csY20" fmla="*/ 304494 h 898822"/>
                    <a:gd name="csX21" fmla="*/ 319845 w 1626925"/>
                    <a:gd name="csY21" fmla="*/ 305651 h 898822"/>
                    <a:gd name="csX22" fmla="*/ 242083 w 1626925"/>
                    <a:gd name="csY22" fmla="*/ 342668 h 898822"/>
                    <a:gd name="csX23" fmla="*/ 80903 w 1626925"/>
                    <a:gd name="csY23" fmla="*/ 374159 h 898822"/>
                    <a:gd name="csX24" fmla="*/ 56482 w 1626925"/>
                    <a:gd name="csY24" fmla="*/ 376730 h 898822"/>
                    <a:gd name="csX25" fmla="*/ 13166 w 1626925"/>
                    <a:gd name="csY25" fmla="*/ 371974 h 898822"/>
                    <a:gd name="csX26" fmla="*/ 1212 w 1626925"/>
                    <a:gd name="csY26" fmla="*/ 332386 h 898822"/>
                    <a:gd name="csX27" fmla="*/ 36559 w 1626925"/>
                    <a:gd name="csY27" fmla="*/ 305008 h 898822"/>
                    <a:gd name="csX28" fmla="*/ 119591 w 1626925"/>
                    <a:gd name="csY28" fmla="*/ 305008 h 898822"/>
                    <a:gd name="csX29" fmla="*/ 187971 w 1626925"/>
                    <a:gd name="csY29" fmla="*/ 288556 h 898822"/>
                    <a:gd name="csX30" fmla="*/ 406091 w 1626925"/>
                    <a:gd name="csY30" fmla="*/ 233801 h 898822"/>
                    <a:gd name="csX31" fmla="*/ 612771 w 1626925"/>
                    <a:gd name="csY31" fmla="*/ 156039 h 898822"/>
                    <a:gd name="csX32" fmla="*/ 684107 w 1626925"/>
                    <a:gd name="csY32" fmla="*/ 124548 h 898822"/>
                    <a:gd name="csX33" fmla="*/ 808270 w 1626925"/>
                    <a:gd name="csY33" fmla="*/ 48200 h 898822"/>
                    <a:gd name="csX34" fmla="*/ 855441 w 1626925"/>
                    <a:gd name="csY34" fmla="*/ 0 h 898822"/>
                    <a:gd name="csX35" fmla="*/ 1002868 w 1626925"/>
                    <a:gd name="csY35" fmla="*/ 148841 h 898822"/>
                    <a:gd name="csX36" fmla="*/ 1195025 w 1626925"/>
                    <a:gd name="csY36" fmla="*/ 238300 h 898822"/>
                    <a:gd name="csX37" fmla="*/ 1294895 w 1626925"/>
                    <a:gd name="csY37" fmla="*/ 232387 h 898822"/>
                    <a:gd name="csX38" fmla="*/ 1406847 w 1626925"/>
                    <a:gd name="csY38" fmla="*/ 272747 h 898822"/>
                    <a:gd name="csX39" fmla="*/ 1519313 w 1626925"/>
                    <a:gd name="csY39" fmla="*/ 305522 h 898822"/>
                    <a:gd name="csX40" fmla="*/ 1588335 w 1626925"/>
                    <a:gd name="csY40" fmla="*/ 304237 h 898822"/>
                    <a:gd name="csX41" fmla="*/ 1625738 w 1626925"/>
                    <a:gd name="csY41" fmla="*/ 334442 h 898822"/>
                    <a:gd name="csX42" fmla="*/ 1613528 w 1626925"/>
                    <a:gd name="csY42" fmla="*/ 370174 h 898822"/>
                    <a:gd name="csX43" fmla="*/ 1569184 w 1626925"/>
                    <a:gd name="csY43" fmla="*/ 376344 h 898822"/>
                    <a:gd name="csX44" fmla="*/ 1538079 w 1626925"/>
                    <a:gd name="csY44" fmla="*/ 372488 h 898822"/>
                    <a:gd name="csX45" fmla="*/ 1387824 w 1626925"/>
                    <a:gd name="csY45" fmla="*/ 347296 h 898822"/>
                    <a:gd name="csX46" fmla="*/ 1252736 w 1626925"/>
                    <a:gd name="csY46" fmla="*/ 305522 h 898822"/>
                    <a:gd name="csX47" fmla="*/ 1228186 w 1626925"/>
                    <a:gd name="csY47" fmla="*/ 313749 h 898822"/>
                    <a:gd name="csX48" fmla="*/ 1305306 w 1626925"/>
                    <a:gd name="csY48" fmla="*/ 339841 h 898822"/>
                    <a:gd name="csX49" fmla="*/ 1384739 w 1626925"/>
                    <a:gd name="csY49" fmla="*/ 427371 h 898822"/>
                    <a:gd name="csX50" fmla="*/ 1368673 w 1626925"/>
                    <a:gd name="csY50" fmla="*/ 485468 h 898822"/>
                    <a:gd name="csX51" fmla="*/ 1317902 w 1626925"/>
                    <a:gd name="csY51" fmla="*/ 451150 h 898822"/>
                    <a:gd name="csX52" fmla="*/ 1267389 w 1626925"/>
                    <a:gd name="csY52" fmla="*/ 403722 h 898822"/>
                    <a:gd name="csX53" fmla="*/ 1120604 w 1626925"/>
                    <a:gd name="csY53" fmla="*/ 317733 h 898822"/>
                    <a:gd name="csX54" fmla="*/ 1109165 w 1626925"/>
                    <a:gd name="csY54" fmla="*/ 310535 h 898822"/>
                    <a:gd name="csX55" fmla="*/ 1014693 w 1626925"/>
                    <a:gd name="csY55" fmla="*/ 271718 h 898822"/>
                    <a:gd name="csX56" fmla="*/ 1101453 w 1626925"/>
                    <a:gd name="csY56" fmla="*/ 371717 h 898822"/>
                    <a:gd name="csX57" fmla="*/ 1211863 w 1626925"/>
                    <a:gd name="csY57" fmla="*/ 508990 h 898822"/>
                    <a:gd name="csX58" fmla="*/ 1311090 w 1626925"/>
                    <a:gd name="csY58" fmla="*/ 561817 h 898822"/>
                    <a:gd name="csX59" fmla="*/ 1441422 w 1626925"/>
                    <a:gd name="csY59" fmla="*/ 575441 h 898822"/>
                    <a:gd name="csX60" fmla="*/ 1469185 w 1626925"/>
                    <a:gd name="csY60" fmla="*/ 587780 h 898822"/>
                    <a:gd name="csX61" fmla="*/ 1485509 w 1626925"/>
                    <a:gd name="csY61" fmla="*/ 633024 h 898822"/>
                    <a:gd name="csX62" fmla="*/ 1441037 w 1626925"/>
                    <a:gd name="csY62" fmla="*/ 652432 h 898822"/>
                    <a:gd name="csX63" fmla="*/ 1329470 w 1626925"/>
                    <a:gd name="csY63" fmla="*/ 629554 h 898822"/>
                    <a:gd name="csX64" fmla="*/ 1309419 w 1626925"/>
                    <a:gd name="csY64" fmla="*/ 629425 h 898822"/>
                    <a:gd name="csX65" fmla="*/ 1362632 w 1626925"/>
                    <a:gd name="csY65" fmla="*/ 737650 h 898822"/>
                    <a:gd name="csX66" fmla="*/ 1425870 w 1626925"/>
                    <a:gd name="csY66" fmla="*/ 755516 h 898822"/>
                    <a:gd name="csX67" fmla="*/ 1461088 w 1626925"/>
                    <a:gd name="csY67" fmla="*/ 799474 h 898822"/>
                    <a:gd name="csX68" fmla="*/ 1408518 w 1626925"/>
                    <a:gd name="csY68" fmla="*/ 806029 h 898822"/>
                    <a:gd name="csX69" fmla="*/ 1314689 w 1626925"/>
                    <a:gd name="csY69" fmla="*/ 790477 h 898822"/>
                    <a:gd name="csX70" fmla="*/ 1265204 w 1626925"/>
                    <a:gd name="csY70" fmla="*/ 767598 h 898822"/>
                    <a:gd name="csX71" fmla="*/ 1281399 w 1626925"/>
                    <a:gd name="csY71" fmla="*/ 831479 h 898822"/>
                    <a:gd name="csX72" fmla="*/ 1265589 w 1626925"/>
                    <a:gd name="csY72" fmla="*/ 895102 h 898822"/>
                    <a:gd name="csX73" fmla="*/ 1215204 w 1626925"/>
                    <a:gd name="csY73" fmla="*/ 855771 h 898822"/>
                    <a:gd name="csX74" fmla="*/ 1219446 w 1626925"/>
                    <a:gd name="csY74" fmla="*/ 722611 h 898822"/>
                    <a:gd name="csX75" fmla="*/ 1213919 w 1626925"/>
                    <a:gd name="csY75" fmla="*/ 621070 h 898822"/>
                    <a:gd name="csX76" fmla="*/ 876649 w 1626925"/>
                    <a:gd name="csY76" fmla="*/ 183031 h 898822"/>
                    <a:gd name="csX77" fmla="*/ 862382 w 1626925"/>
                    <a:gd name="csY77" fmla="*/ 161951 h 898822"/>
                    <a:gd name="csX78" fmla="*/ 926906 w 1626925"/>
                    <a:gd name="csY78" fmla="*/ 380843 h 898822"/>
                    <a:gd name="csX79" fmla="*/ 987830 w 1626925"/>
                    <a:gd name="csY79" fmla="*/ 414775 h 898822"/>
                    <a:gd name="csX80" fmla="*/ 1115463 w 1626925"/>
                    <a:gd name="csY80" fmla="*/ 722226 h 898822"/>
                    <a:gd name="csX81" fmla="*/ 1087057 w 1626925"/>
                    <a:gd name="csY81" fmla="*/ 750760 h 898822"/>
                    <a:gd name="csX82" fmla="*/ 1052482 w 1626925"/>
                    <a:gd name="csY82" fmla="*/ 722740 h 898822"/>
                    <a:gd name="csX83" fmla="*/ 1050426 w 1626925"/>
                    <a:gd name="csY83" fmla="*/ 688165 h 898822"/>
                    <a:gd name="csX84" fmla="*/ 943101 w 1626925"/>
                    <a:gd name="csY84" fmla="*/ 473515 h 898822"/>
                    <a:gd name="csX85" fmla="*/ 811483 w 1626925"/>
                    <a:gd name="csY85" fmla="*/ 388426 h 898822"/>
                    <a:gd name="csX86" fmla="*/ 720225 w 1626925"/>
                    <a:gd name="csY86" fmla="*/ 461304 h 898822"/>
                    <a:gd name="csX87" fmla="*/ 690405 w 1626925"/>
                    <a:gd name="csY87" fmla="*/ 510532 h 898822"/>
                    <a:gd name="csX88" fmla="*/ 648889 w 1626925"/>
                    <a:gd name="csY88" fmla="*/ 544336 h 898822"/>
                    <a:gd name="csX89" fmla="*/ 622797 w 1626925"/>
                    <a:gd name="csY89" fmla="*/ 500121 h 898822"/>
                    <a:gd name="csX90" fmla="*/ 674853 w 1626925"/>
                    <a:gd name="csY90" fmla="*/ 401022 h 898822"/>
                    <a:gd name="csX91" fmla="*/ 723695 w 1626925"/>
                    <a:gd name="csY91" fmla="*/ 366961 h 898822"/>
                    <a:gd name="csX92" fmla="*/ 770353 w 1626925"/>
                    <a:gd name="csY92" fmla="*/ 273261 h 898822"/>
                    <a:gd name="csX93" fmla="*/ 769967 w 1626925"/>
                    <a:gd name="csY93" fmla="*/ 161052 h 898822"/>
                    <a:gd name="csX94" fmla="*/ 730122 w 1626925"/>
                    <a:gd name="csY94" fmla="*/ 216963 h 898822"/>
                    <a:gd name="csX95" fmla="*/ 522541 w 1626925"/>
                    <a:gd name="csY95" fmla="*/ 491766 h 898822"/>
                    <a:gd name="csX96" fmla="*/ 410461 w 1626925"/>
                    <a:gd name="csY96" fmla="*/ 618114 h 898822"/>
                    <a:gd name="csX97" fmla="*/ 403392 w 1626925"/>
                    <a:gd name="csY97" fmla="*/ 726596 h 898822"/>
                    <a:gd name="csX98" fmla="*/ 399407 w 1626925"/>
                    <a:gd name="csY98" fmla="*/ 871452 h 898822"/>
                    <a:gd name="csX99" fmla="*/ 349151 w 1626925"/>
                    <a:gd name="csY99" fmla="*/ 896131 h 898822"/>
                    <a:gd name="csX100" fmla="*/ 334241 w 1626925"/>
                    <a:gd name="csY100" fmla="*/ 848188 h 898822"/>
                    <a:gd name="csX101" fmla="*/ 350179 w 1626925"/>
                    <a:gd name="csY101" fmla="*/ 786107 h 89882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Lst>
                  <a:rect l="l" t="t" r="r" b="b"/>
                  <a:pathLst>
                    <a:path w="1626925" h="898822">
                      <a:moveTo>
                        <a:pt x="350050" y="785978"/>
                      </a:moveTo>
                      <a:cubicBezTo>
                        <a:pt x="295424" y="799859"/>
                        <a:pt x="247610" y="813355"/>
                        <a:pt x="199153" y="823381"/>
                      </a:cubicBezTo>
                      <a:cubicBezTo>
                        <a:pt x="187071" y="825823"/>
                        <a:pt x="172804" y="817211"/>
                        <a:pt x="159565" y="813613"/>
                      </a:cubicBezTo>
                      <a:cubicBezTo>
                        <a:pt x="164449" y="797032"/>
                        <a:pt x="164578" y="772611"/>
                        <a:pt x="175374" y="765670"/>
                      </a:cubicBezTo>
                      <a:cubicBezTo>
                        <a:pt x="196068" y="752431"/>
                        <a:pt x="222546" y="748446"/>
                        <a:pt x="247096" y="741891"/>
                      </a:cubicBezTo>
                      <a:cubicBezTo>
                        <a:pt x="300475" y="727663"/>
                        <a:pt x="325411" y="688332"/>
                        <a:pt x="321902" y="623898"/>
                      </a:cubicBezTo>
                      <a:cubicBezTo>
                        <a:pt x="278715" y="632124"/>
                        <a:pt x="236170" y="638165"/>
                        <a:pt x="194654" y="648962"/>
                      </a:cubicBezTo>
                      <a:cubicBezTo>
                        <a:pt x="170876" y="655260"/>
                        <a:pt x="147740" y="666057"/>
                        <a:pt x="136815" y="634566"/>
                      </a:cubicBezTo>
                      <a:cubicBezTo>
                        <a:pt x="126918" y="606032"/>
                        <a:pt x="145940" y="586881"/>
                        <a:pt x="169333" y="580968"/>
                      </a:cubicBezTo>
                      <a:cubicBezTo>
                        <a:pt x="211492" y="570300"/>
                        <a:pt x="254808" y="559889"/>
                        <a:pt x="297738" y="559375"/>
                      </a:cubicBezTo>
                      <a:cubicBezTo>
                        <a:pt x="341182" y="558860"/>
                        <a:pt x="375629" y="550377"/>
                        <a:pt x="405062" y="515031"/>
                      </a:cubicBezTo>
                      <a:cubicBezTo>
                        <a:pt x="462902" y="445495"/>
                        <a:pt x="523570" y="378658"/>
                        <a:pt x="582823" y="310407"/>
                      </a:cubicBezTo>
                      <a:cubicBezTo>
                        <a:pt x="590407" y="301795"/>
                        <a:pt x="596319" y="291641"/>
                        <a:pt x="601460" y="279944"/>
                      </a:cubicBezTo>
                      <a:cubicBezTo>
                        <a:pt x="559559" y="308222"/>
                        <a:pt x="506860" y="309378"/>
                        <a:pt x="468686" y="352308"/>
                      </a:cubicBezTo>
                      <a:cubicBezTo>
                        <a:pt x="444008" y="380072"/>
                        <a:pt x="397736" y="389583"/>
                        <a:pt x="359562" y="402051"/>
                      </a:cubicBezTo>
                      <a:cubicBezTo>
                        <a:pt x="330899" y="411433"/>
                        <a:pt x="308920" y="424287"/>
                        <a:pt x="298766" y="454106"/>
                      </a:cubicBezTo>
                      <a:cubicBezTo>
                        <a:pt x="290283" y="478913"/>
                        <a:pt x="270232" y="490867"/>
                        <a:pt x="250566" y="479299"/>
                      </a:cubicBezTo>
                      <a:cubicBezTo>
                        <a:pt x="239255" y="472615"/>
                        <a:pt x="232443" y="445623"/>
                        <a:pt x="234499" y="429299"/>
                      </a:cubicBezTo>
                      <a:cubicBezTo>
                        <a:pt x="241954" y="373388"/>
                        <a:pt x="283342" y="349224"/>
                        <a:pt x="330385" y="333157"/>
                      </a:cubicBezTo>
                      <a:cubicBezTo>
                        <a:pt x="347608" y="327245"/>
                        <a:pt x="365474" y="322874"/>
                        <a:pt x="383083" y="317862"/>
                      </a:cubicBezTo>
                      <a:cubicBezTo>
                        <a:pt x="383083" y="313363"/>
                        <a:pt x="383083" y="308993"/>
                        <a:pt x="383083" y="304494"/>
                      </a:cubicBezTo>
                      <a:cubicBezTo>
                        <a:pt x="361876" y="304494"/>
                        <a:pt x="339382" y="299867"/>
                        <a:pt x="319845" y="305651"/>
                      </a:cubicBezTo>
                      <a:cubicBezTo>
                        <a:pt x="292596" y="313749"/>
                        <a:pt x="265990" y="326859"/>
                        <a:pt x="242083" y="342668"/>
                      </a:cubicBezTo>
                      <a:cubicBezTo>
                        <a:pt x="191955" y="375830"/>
                        <a:pt x="140028" y="391511"/>
                        <a:pt x="80903" y="374159"/>
                      </a:cubicBezTo>
                      <a:cubicBezTo>
                        <a:pt x="73577" y="371974"/>
                        <a:pt x="64708" y="376858"/>
                        <a:pt x="56482" y="376730"/>
                      </a:cubicBezTo>
                      <a:cubicBezTo>
                        <a:pt x="41700" y="376344"/>
                        <a:pt x="23320" y="379686"/>
                        <a:pt x="13166" y="371974"/>
                      </a:cubicBezTo>
                      <a:cubicBezTo>
                        <a:pt x="4040" y="365162"/>
                        <a:pt x="-2901" y="342797"/>
                        <a:pt x="1212" y="332386"/>
                      </a:cubicBezTo>
                      <a:cubicBezTo>
                        <a:pt x="6225" y="319918"/>
                        <a:pt x="23320" y="306808"/>
                        <a:pt x="36559" y="305008"/>
                      </a:cubicBezTo>
                      <a:cubicBezTo>
                        <a:pt x="63808" y="301281"/>
                        <a:pt x="92085" y="307193"/>
                        <a:pt x="119591" y="305008"/>
                      </a:cubicBezTo>
                      <a:cubicBezTo>
                        <a:pt x="142984" y="303080"/>
                        <a:pt x="172033" y="302566"/>
                        <a:pt x="187971" y="288556"/>
                      </a:cubicBezTo>
                      <a:cubicBezTo>
                        <a:pt x="252880" y="232259"/>
                        <a:pt x="326786" y="218377"/>
                        <a:pt x="406091" y="233801"/>
                      </a:cubicBezTo>
                      <a:cubicBezTo>
                        <a:pt x="491694" y="250510"/>
                        <a:pt x="558659" y="221848"/>
                        <a:pt x="612771" y="156039"/>
                      </a:cubicBezTo>
                      <a:cubicBezTo>
                        <a:pt x="632437" y="132132"/>
                        <a:pt x="652488" y="123392"/>
                        <a:pt x="684107" y="124548"/>
                      </a:cubicBezTo>
                      <a:cubicBezTo>
                        <a:pt x="738862" y="126605"/>
                        <a:pt x="770610" y="80205"/>
                        <a:pt x="808270" y="48200"/>
                      </a:cubicBezTo>
                      <a:cubicBezTo>
                        <a:pt x="823308" y="35347"/>
                        <a:pt x="836161" y="19923"/>
                        <a:pt x="855441" y="0"/>
                      </a:cubicBezTo>
                      <a:cubicBezTo>
                        <a:pt x="904669" y="49742"/>
                        <a:pt x="953769" y="99356"/>
                        <a:pt x="1002868" y="148841"/>
                      </a:cubicBezTo>
                      <a:cubicBezTo>
                        <a:pt x="1056338" y="202825"/>
                        <a:pt x="1114692" y="245498"/>
                        <a:pt x="1195025" y="238300"/>
                      </a:cubicBezTo>
                      <a:cubicBezTo>
                        <a:pt x="1228315" y="235343"/>
                        <a:pt x="1262762" y="226989"/>
                        <a:pt x="1294895" y="232387"/>
                      </a:cubicBezTo>
                      <a:cubicBezTo>
                        <a:pt x="1333583" y="238942"/>
                        <a:pt x="1373685" y="251924"/>
                        <a:pt x="1406847" y="272747"/>
                      </a:cubicBezTo>
                      <a:cubicBezTo>
                        <a:pt x="1442836" y="295368"/>
                        <a:pt x="1475483" y="314134"/>
                        <a:pt x="1519313" y="305522"/>
                      </a:cubicBezTo>
                      <a:cubicBezTo>
                        <a:pt x="1541806" y="301152"/>
                        <a:pt x="1566228" y="299739"/>
                        <a:pt x="1588335" y="304237"/>
                      </a:cubicBezTo>
                      <a:cubicBezTo>
                        <a:pt x="1602602" y="307193"/>
                        <a:pt x="1618412" y="320946"/>
                        <a:pt x="1625738" y="334442"/>
                      </a:cubicBezTo>
                      <a:cubicBezTo>
                        <a:pt x="1629980" y="342154"/>
                        <a:pt x="1622139" y="364647"/>
                        <a:pt x="1613528" y="370174"/>
                      </a:cubicBezTo>
                      <a:cubicBezTo>
                        <a:pt x="1601960" y="377501"/>
                        <a:pt x="1584351" y="375958"/>
                        <a:pt x="1569184" y="376344"/>
                      </a:cubicBezTo>
                      <a:cubicBezTo>
                        <a:pt x="1558773" y="376601"/>
                        <a:pt x="1546819" y="369275"/>
                        <a:pt x="1538079" y="372488"/>
                      </a:cubicBezTo>
                      <a:cubicBezTo>
                        <a:pt x="1483067" y="392668"/>
                        <a:pt x="1432811" y="382128"/>
                        <a:pt x="1387824" y="347296"/>
                      </a:cubicBezTo>
                      <a:cubicBezTo>
                        <a:pt x="1347208" y="315805"/>
                        <a:pt x="1304278" y="296911"/>
                        <a:pt x="1252736" y="305522"/>
                      </a:cubicBezTo>
                      <a:cubicBezTo>
                        <a:pt x="1247209" y="306422"/>
                        <a:pt x="1241939" y="308993"/>
                        <a:pt x="1228186" y="313749"/>
                      </a:cubicBezTo>
                      <a:cubicBezTo>
                        <a:pt x="1258777" y="324031"/>
                        <a:pt x="1282170" y="331615"/>
                        <a:pt x="1305306" y="339841"/>
                      </a:cubicBezTo>
                      <a:cubicBezTo>
                        <a:pt x="1346565" y="354622"/>
                        <a:pt x="1373685" y="384184"/>
                        <a:pt x="1384739" y="427371"/>
                      </a:cubicBezTo>
                      <a:cubicBezTo>
                        <a:pt x="1390138" y="448708"/>
                        <a:pt x="1396821" y="475700"/>
                        <a:pt x="1368673" y="485468"/>
                      </a:cubicBezTo>
                      <a:cubicBezTo>
                        <a:pt x="1341424" y="494980"/>
                        <a:pt x="1324714" y="477885"/>
                        <a:pt x="1317902" y="451150"/>
                      </a:cubicBezTo>
                      <a:cubicBezTo>
                        <a:pt x="1310962" y="423773"/>
                        <a:pt x="1293095" y="410534"/>
                        <a:pt x="1267389" y="403722"/>
                      </a:cubicBezTo>
                      <a:cubicBezTo>
                        <a:pt x="1211091" y="388812"/>
                        <a:pt x="1155437" y="372231"/>
                        <a:pt x="1120604" y="317733"/>
                      </a:cubicBezTo>
                      <a:cubicBezTo>
                        <a:pt x="1118419" y="314263"/>
                        <a:pt x="1113278" y="312206"/>
                        <a:pt x="1109165" y="310535"/>
                      </a:cubicBezTo>
                      <a:cubicBezTo>
                        <a:pt x="1079988" y="298325"/>
                        <a:pt x="1050811" y="286500"/>
                        <a:pt x="1014693" y="271718"/>
                      </a:cubicBezTo>
                      <a:cubicBezTo>
                        <a:pt x="1045798" y="307450"/>
                        <a:pt x="1074333" y="339070"/>
                        <a:pt x="1101453" y="371717"/>
                      </a:cubicBezTo>
                      <a:cubicBezTo>
                        <a:pt x="1138856" y="416832"/>
                        <a:pt x="1176388" y="462075"/>
                        <a:pt x="1211863" y="508990"/>
                      </a:cubicBezTo>
                      <a:cubicBezTo>
                        <a:pt x="1237569" y="543051"/>
                        <a:pt x="1266232" y="562845"/>
                        <a:pt x="1311090" y="561817"/>
                      </a:cubicBezTo>
                      <a:cubicBezTo>
                        <a:pt x="1354405" y="560917"/>
                        <a:pt x="1398107" y="569657"/>
                        <a:pt x="1441422" y="575441"/>
                      </a:cubicBezTo>
                      <a:cubicBezTo>
                        <a:pt x="1451319" y="576727"/>
                        <a:pt x="1464429" y="580454"/>
                        <a:pt x="1469185" y="587780"/>
                      </a:cubicBezTo>
                      <a:cubicBezTo>
                        <a:pt x="1477797" y="601019"/>
                        <a:pt x="1487565" y="618757"/>
                        <a:pt x="1485509" y="633024"/>
                      </a:cubicBezTo>
                      <a:cubicBezTo>
                        <a:pt x="1482167" y="657702"/>
                        <a:pt x="1460059" y="656288"/>
                        <a:pt x="1441037" y="652432"/>
                      </a:cubicBezTo>
                      <a:cubicBezTo>
                        <a:pt x="1403762" y="645106"/>
                        <a:pt x="1366616" y="636880"/>
                        <a:pt x="1329470" y="629554"/>
                      </a:cubicBezTo>
                      <a:cubicBezTo>
                        <a:pt x="1322915" y="628268"/>
                        <a:pt x="1315846" y="629425"/>
                        <a:pt x="1309419" y="629425"/>
                      </a:cubicBezTo>
                      <a:cubicBezTo>
                        <a:pt x="1294381" y="697805"/>
                        <a:pt x="1302093" y="714257"/>
                        <a:pt x="1362632" y="737650"/>
                      </a:cubicBezTo>
                      <a:cubicBezTo>
                        <a:pt x="1382940" y="745490"/>
                        <a:pt x="1405176" y="748446"/>
                        <a:pt x="1425870" y="755516"/>
                      </a:cubicBezTo>
                      <a:cubicBezTo>
                        <a:pt x="1449520" y="763613"/>
                        <a:pt x="1467000" y="777366"/>
                        <a:pt x="1461088" y="799474"/>
                      </a:cubicBezTo>
                      <a:cubicBezTo>
                        <a:pt x="1440265" y="802302"/>
                        <a:pt x="1424070" y="807571"/>
                        <a:pt x="1408518" y="806029"/>
                      </a:cubicBezTo>
                      <a:cubicBezTo>
                        <a:pt x="1377027" y="802944"/>
                        <a:pt x="1345665" y="797289"/>
                        <a:pt x="1314689" y="790477"/>
                      </a:cubicBezTo>
                      <a:cubicBezTo>
                        <a:pt x="1301064" y="787392"/>
                        <a:pt x="1288597" y="778780"/>
                        <a:pt x="1265204" y="767598"/>
                      </a:cubicBezTo>
                      <a:cubicBezTo>
                        <a:pt x="1272402" y="796261"/>
                        <a:pt x="1276386" y="813998"/>
                        <a:pt x="1281399" y="831479"/>
                      </a:cubicBezTo>
                      <a:cubicBezTo>
                        <a:pt x="1288340" y="856157"/>
                        <a:pt x="1296951" y="882892"/>
                        <a:pt x="1265589" y="895102"/>
                      </a:cubicBezTo>
                      <a:cubicBezTo>
                        <a:pt x="1232299" y="907956"/>
                        <a:pt x="1224716" y="878265"/>
                        <a:pt x="1215204" y="855771"/>
                      </a:cubicBezTo>
                      <a:cubicBezTo>
                        <a:pt x="1196182" y="810913"/>
                        <a:pt x="1194125" y="767084"/>
                        <a:pt x="1219446" y="722611"/>
                      </a:cubicBezTo>
                      <a:cubicBezTo>
                        <a:pt x="1242839" y="681352"/>
                        <a:pt x="1238726" y="649733"/>
                        <a:pt x="1213919" y="621070"/>
                      </a:cubicBezTo>
                      <a:cubicBezTo>
                        <a:pt x="1093484" y="481612"/>
                        <a:pt x="965208" y="348452"/>
                        <a:pt x="876649" y="183031"/>
                      </a:cubicBezTo>
                      <a:cubicBezTo>
                        <a:pt x="872922" y="175961"/>
                        <a:pt x="867652" y="169663"/>
                        <a:pt x="862382" y="161951"/>
                      </a:cubicBezTo>
                      <a:cubicBezTo>
                        <a:pt x="828192" y="246397"/>
                        <a:pt x="854670" y="335471"/>
                        <a:pt x="926906" y="380843"/>
                      </a:cubicBezTo>
                      <a:cubicBezTo>
                        <a:pt x="946571" y="393182"/>
                        <a:pt x="968293" y="402179"/>
                        <a:pt x="987830" y="414775"/>
                      </a:cubicBezTo>
                      <a:cubicBezTo>
                        <a:pt x="1103124" y="488939"/>
                        <a:pt x="1151838" y="587780"/>
                        <a:pt x="1115463" y="722226"/>
                      </a:cubicBezTo>
                      <a:cubicBezTo>
                        <a:pt x="1112250" y="734308"/>
                        <a:pt x="1095540" y="751917"/>
                        <a:pt x="1087057" y="750760"/>
                      </a:cubicBezTo>
                      <a:cubicBezTo>
                        <a:pt x="1074333" y="749089"/>
                        <a:pt x="1060580" y="735079"/>
                        <a:pt x="1052482" y="722740"/>
                      </a:cubicBezTo>
                      <a:cubicBezTo>
                        <a:pt x="1047084" y="714385"/>
                        <a:pt x="1048755" y="699604"/>
                        <a:pt x="1050426" y="688165"/>
                      </a:cubicBezTo>
                      <a:cubicBezTo>
                        <a:pt x="1063536" y="595878"/>
                        <a:pt x="1022791" y="517473"/>
                        <a:pt x="943101" y="473515"/>
                      </a:cubicBezTo>
                      <a:cubicBezTo>
                        <a:pt x="897086" y="448065"/>
                        <a:pt x="854413" y="416446"/>
                        <a:pt x="811483" y="388426"/>
                      </a:cubicBezTo>
                      <a:cubicBezTo>
                        <a:pt x="784877" y="409248"/>
                        <a:pt x="750944" y="433413"/>
                        <a:pt x="720225" y="461304"/>
                      </a:cubicBezTo>
                      <a:cubicBezTo>
                        <a:pt x="706729" y="473643"/>
                        <a:pt x="697989" y="492923"/>
                        <a:pt x="690405" y="510532"/>
                      </a:cubicBezTo>
                      <a:cubicBezTo>
                        <a:pt x="681922" y="530326"/>
                        <a:pt x="673824" y="549478"/>
                        <a:pt x="648889" y="544336"/>
                      </a:cubicBezTo>
                      <a:cubicBezTo>
                        <a:pt x="626653" y="539709"/>
                        <a:pt x="623183" y="520815"/>
                        <a:pt x="622797" y="500121"/>
                      </a:cubicBezTo>
                      <a:cubicBezTo>
                        <a:pt x="621897" y="456548"/>
                        <a:pt x="642205" y="425444"/>
                        <a:pt x="674853" y="401022"/>
                      </a:cubicBezTo>
                      <a:cubicBezTo>
                        <a:pt x="690791" y="389197"/>
                        <a:pt x="707629" y="378658"/>
                        <a:pt x="723695" y="366961"/>
                      </a:cubicBezTo>
                      <a:cubicBezTo>
                        <a:pt x="754929" y="344082"/>
                        <a:pt x="772538" y="314520"/>
                        <a:pt x="770353" y="273261"/>
                      </a:cubicBezTo>
                      <a:cubicBezTo>
                        <a:pt x="768553" y="240099"/>
                        <a:pt x="769967" y="206809"/>
                        <a:pt x="769967" y="161052"/>
                      </a:cubicBezTo>
                      <a:cubicBezTo>
                        <a:pt x="752744" y="184830"/>
                        <a:pt x="738476" y="199354"/>
                        <a:pt x="730122" y="216963"/>
                      </a:cubicBezTo>
                      <a:cubicBezTo>
                        <a:pt x="679480" y="323646"/>
                        <a:pt x="604674" y="410277"/>
                        <a:pt x="522541" y="491766"/>
                      </a:cubicBezTo>
                      <a:cubicBezTo>
                        <a:pt x="482696" y="531354"/>
                        <a:pt x="444908" y="573513"/>
                        <a:pt x="410461" y="618114"/>
                      </a:cubicBezTo>
                      <a:cubicBezTo>
                        <a:pt x="385654" y="650119"/>
                        <a:pt x="386939" y="690864"/>
                        <a:pt x="403392" y="726596"/>
                      </a:cubicBezTo>
                      <a:cubicBezTo>
                        <a:pt x="426399" y="776724"/>
                        <a:pt x="417916" y="823638"/>
                        <a:pt x="399407" y="871452"/>
                      </a:cubicBezTo>
                      <a:cubicBezTo>
                        <a:pt x="390024" y="895617"/>
                        <a:pt x="372544" y="903585"/>
                        <a:pt x="349151" y="896131"/>
                      </a:cubicBezTo>
                      <a:cubicBezTo>
                        <a:pt x="323316" y="887904"/>
                        <a:pt x="331542" y="865668"/>
                        <a:pt x="334241" y="848188"/>
                      </a:cubicBezTo>
                      <a:cubicBezTo>
                        <a:pt x="337454" y="828008"/>
                        <a:pt x="344266" y="808343"/>
                        <a:pt x="350179" y="786107"/>
                      </a:cubicBezTo>
                      <a:close/>
                    </a:path>
                  </a:pathLst>
                </a:custGeom>
                <a:solidFill>
                  <a:srgbClr val="114C8E"/>
                </a:solidFill>
                <a:ln w="0" cap="flat">
                  <a:noFill/>
                  <a:prstDash val="solid"/>
                  <a:miter/>
                </a:ln>
              </p:spPr>
              <p:txBody>
                <a:bodyPr/>
                <a:lstStyle/>
                <a:p>
                  <a:endParaRPr lang="pt-BR"/>
                </a:p>
              </p:txBody>
            </p:sp>
            <p:sp>
              <p:nvSpPr>
                <p:cNvPr id="140" name="Forma Livre: Forma 139">
                  <a:extLst>
                    <a:ext uri="{FF2B5EF4-FFF2-40B4-BE49-F238E27FC236}">
                      <a16:creationId xmlns:a16="http://schemas.microsoft.com/office/drawing/2014/main" id="{85CC67BA-1932-8DB9-0F34-199EB9916D00}"/>
                    </a:ext>
                  </a:extLst>
                </p:cNvPr>
                <p:cNvSpPr/>
                <p:nvPr/>
              </p:nvSpPr>
              <p:spPr>
                <a:xfrm>
                  <a:off x="3429879" y="5090306"/>
                  <a:ext cx="1052225" cy="808593"/>
                </a:xfrm>
                <a:custGeom>
                  <a:avLst/>
                  <a:gdLst>
                    <a:gd name="csX0" fmla="*/ 862895 w 1052225"/>
                    <a:gd name="csY0" fmla="*/ 633785 h 808593"/>
                    <a:gd name="csX1" fmla="*/ 837831 w 1052225"/>
                    <a:gd name="csY1" fmla="*/ 521962 h 808593"/>
                    <a:gd name="csX2" fmla="*/ 909938 w 1052225"/>
                    <a:gd name="csY2" fmla="*/ 408467 h 808593"/>
                    <a:gd name="csX3" fmla="*/ 914822 w 1052225"/>
                    <a:gd name="csY3" fmla="*/ 380062 h 808593"/>
                    <a:gd name="csX4" fmla="*/ 764953 w 1052225"/>
                    <a:gd name="csY4" fmla="*/ 102045 h 808593"/>
                    <a:gd name="csX5" fmla="*/ 732177 w 1052225"/>
                    <a:gd name="csY5" fmla="*/ 119269 h 808593"/>
                    <a:gd name="csX6" fmla="*/ 451333 w 1052225"/>
                    <a:gd name="csY6" fmla="*/ 195746 h 808593"/>
                    <a:gd name="csX7" fmla="*/ 168175 w 1052225"/>
                    <a:gd name="csY7" fmla="*/ 328520 h 808593"/>
                    <a:gd name="csX8" fmla="*/ 87457 w 1052225"/>
                    <a:gd name="csY8" fmla="*/ 426591 h 808593"/>
                    <a:gd name="csX9" fmla="*/ 93112 w 1052225"/>
                    <a:gd name="csY9" fmla="*/ 498698 h 808593"/>
                    <a:gd name="csX10" fmla="*/ 156222 w 1052225"/>
                    <a:gd name="csY10" fmla="*/ 489829 h 808593"/>
                    <a:gd name="csX11" fmla="*/ 263033 w 1052225"/>
                    <a:gd name="csY11" fmla="*/ 372607 h 808593"/>
                    <a:gd name="csX12" fmla="*/ 360975 w 1052225"/>
                    <a:gd name="csY12" fmla="*/ 331476 h 808593"/>
                    <a:gd name="csX13" fmla="*/ 464701 w 1052225"/>
                    <a:gd name="csY13" fmla="*/ 339445 h 808593"/>
                    <a:gd name="csX14" fmla="*/ 535394 w 1052225"/>
                    <a:gd name="csY14" fmla="*/ 370807 h 808593"/>
                    <a:gd name="csX15" fmla="*/ 878319 w 1052225"/>
                    <a:gd name="csY15" fmla="*/ 710005 h 808593"/>
                    <a:gd name="csX16" fmla="*/ 904025 w 1052225"/>
                    <a:gd name="csY16" fmla="*/ 739054 h 808593"/>
                    <a:gd name="csX17" fmla="*/ 899270 w 1052225"/>
                    <a:gd name="csY17" fmla="*/ 799593 h 808593"/>
                    <a:gd name="csX18" fmla="*/ 851456 w 1052225"/>
                    <a:gd name="csY18" fmla="*/ 790338 h 808593"/>
                    <a:gd name="csX19" fmla="*/ 617526 w 1052225"/>
                    <a:gd name="csY19" fmla="*/ 551267 h 808593"/>
                    <a:gd name="csX20" fmla="*/ 502361 w 1052225"/>
                    <a:gd name="csY20" fmla="*/ 437516 h 808593"/>
                    <a:gd name="csX21" fmla="*/ 456732 w 1052225"/>
                    <a:gd name="csY21" fmla="*/ 417079 h 808593"/>
                    <a:gd name="csX22" fmla="*/ 252879 w 1052225"/>
                    <a:gd name="csY22" fmla="*/ 499726 h 808593"/>
                    <a:gd name="csX23" fmla="*/ 180386 w 1052225"/>
                    <a:gd name="csY23" fmla="*/ 564506 h 808593"/>
                    <a:gd name="csX24" fmla="*/ 30517 w 1052225"/>
                    <a:gd name="csY24" fmla="*/ 535458 h 808593"/>
                    <a:gd name="csX25" fmla="*/ 27046 w 1052225"/>
                    <a:gd name="csY25" fmla="*/ 382247 h 808593"/>
                    <a:gd name="csX26" fmla="*/ 165733 w 1052225"/>
                    <a:gd name="csY26" fmla="*/ 213098 h 808593"/>
                    <a:gd name="csX27" fmla="*/ 388352 w 1052225"/>
                    <a:gd name="csY27" fmla="*/ 118498 h 808593"/>
                    <a:gd name="csX28" fmla="*/ 744902 w 1052225"/>
                    <a:gd name="csY28" fmla="*/ 24283 h 808593"/>
                    <a:gd name="csX29" fmla="*/ 848114 w 1052225"/>
                    <a:gd name="csY29" fmla="*/ 53203 h 808593"/>
                    <a:gd name="csX30" fmla="*/ 1037185 w 1052225"/>
                    <a:gd name="csY30" fmla="*/ 365409 h 808593"/>
                    <a:gd name="csX31" fmla="*/ 1022147 w 1052225"/>
                    <a:gd name="csY31" fmla="*/ 437516 h 808593"/>
                    <a:gd name="csX32" fmla="*/ 946441 w 1052225"/>
                    <a:gd name="csY32" fmla="*/ 513736 h 808593"/>
                    <a:gd name="csX33" fmla="*/ 862638 w 1052225"/>
                    <a:gd name="csY33" fmla="*/ 633400 h 8085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052225" h="808593">
                      <a:moveTo>
                        <a:pt x="862895" y="633785"/>
                      </a:moveTo>
                      <a:cubicBezTo>
                        <a:pt x="817780" y="604480"/>
                        <a:pt x="810197" y="564763"/>
                        <a:pt x="837831" y="521962"/>
                      </a:cubicBezTo>
                      <a:cubicBezTo>
                        <a:pt x="862124" y="484302"/>
                        <a:pt x="886802" y="446770"/>
                        <a:pt x="909938" y="408467"/>
                      </a:cubicBezTo>
                      <a:cubicBezTo>
                        <a:pt x="914694" y="400756"/>
                        <a:pt x="918293" y="386874"/>
                        <a:pt x="914822" y="380062"/>
                      </a:cubicBezTo>
                      <a:cubicBezTo>
                        <a:pt x="865851" y="287390"/>
                        <a:pt x="815595" y="195489"/>
                        <a:pt x="764953" y="102045"/>
                      </a:cubicBezTo>
                      <a:cubicBezTo>
                        <a:pt x="748115" y="110914"/>
                        <a:pt x="739889" y="114642"/>
                        <a:pt x="732177" y="119269"/>
                      </a:cubicBezTo>
                      <a:cubicBezTo>
                        <a:pt x="645803" y="172995"/>
                        <a:pt x="552874" y="194589"/>
                        <a:pt x="451333" y="195746"/>
                      </a:cubicBezTo>
                      <a:cubicBezTo>
                        <a:pt x="249922" y="198188"/>
                        <a:pt x="281541" y="193304"/>
                        <a:pt x="168175" y="328520"/>
                      </a:cubicBezTo>
                      <a:cubicBezTo>
                        <a:pt x="140927" y="360910"/>
                        <a:pt x="114449" y="394072"/>
                        <a:pt x="87457" y="426591"/>
                      </a:cubicBezTo>
                      <a:cubicBezTo>
                        <a:pt x="65735" y="452683"/>
                        <a:pt x="70876" y="476590"/>
                        <a:pt x="93112" y="498698"/>
                      </a:cubicBezTo>
                      <a:cubicBezTo>
                        <a:pt x="117534" y="523119"/>
                        <a:pt x="138741" y="508080"/>
                        <a:pt x="156222" y="489829"/>
                      </a:cubicBezTo>
                      <a:cubicBezTo>
                        <a:pt x="192854" y="451783"/>
                        <a:pt x="228843" y="412966"/>
                        <a:pt x="263033" y="372607"/>
                      </a:cubicBezTo>
                      <a:cubicBezTo>
                        <a:pt x="289639" y="341245"/>
                        <a:pt x="320487" y="326978"/>
                        <a:pt x="360975" y="331476"/>
                      </a:cubicBezTo>
                      <a:cubicBezTo>
                        <a:pt x="395421" y="335332"/>
                        <a:pt x="430896" y="332762"/>
                        <a:pt x="464701" y="339445"/>
                      </a:cubicBezTo>
                      <a:cubicBezTo>
                        <a:pt x="489507" y="344330"/>
                        <a:pt x="517656" y="353713"/>
                        <a:pt x="535394" y="370807"/>
                      </a:cubicBezTo>
                      <a:cubicBezTo>
                        <a:pt x="651073" y="482374"/>
                        <a:pt x="764439" y="596511"/>
                        <a:pt x="878319" y="710005"/>
                      </a:cubicBezTo>
                      <a:cubicBezTo>
                        <a:pt x="887445" y="719131"/>
                        <a:pt x="896185" y="728771"/>
                        <a:pt x="904025" y="739054"/>
                      </a:cubicBezTo>
                      <a:cubicBezTo>
                        <a:pt x="920092" y="760390"/>
                        <a:pt x="917779" y="781341"/>
                        <a:pt x="899270" y="799593"/>
                      </a:cubicBezTo>
                      <a:cubicBezTo>
                        <a:pt x="879990" y="818616"/>
                        <a:pt x="864566" y="803577"/>
                        <a:pt x="851456" y="790338"/>
                      </a:cubicBezTo>
                      <a:cubicBezTo>
                        <a:pt x="773179" y="711034"/>
                        <a:pt x="695674" y="630829"/>
                        <a:pt x="617526" y="551267"/>
                      </a:cubicBezTo>
                      <a:cubicBezTo>
                        <a:pt x="579737" y="512708"/>
                        <a:pt x="542077" y="473891"/>
                        <a:pt x="502361" y="437516"/>
                      </a:cubicBezTo>
                      <a:cubicBezTo>
                        <a:pt x="490536" y="426719"/>
                        <a:pt x="472798" y="420421"/>
                        <a:pt x="456732" y="417079"/>
                      </a:cubicBezTo>
                      <a:cubicBezTo>
                        <a:pt x="371900" y="399470"/>
                        <a:pt x="302621" y="419521"/>
                        <a:pt x="252879" y="499726"/>
                      </a:cubicBezTo>
                      <a:cubicBezTo>
                        <a:pt x="236298" y="526461"/>
                        <a:pt x="207764" y="548054"/>
                        <a:pt x="180386" y="564506"/>
                      </a:cubicBezTo>
                      <a:cubicBezTo>
                        <a:pt x="127302" y="596382"/>
                        <a:pt x="69591" y="583015"/>
                        <a:pt x="30517" y="535458"/>
                      </a:cubicBezTo>
                      <a:cubicBezTo>
                        <a:pt x="-7914" y="488672"/>
                        <a:pt x="-11128" y="431989"/>
                        <a:pt x="27046" y="382247"/>
                      </a:cubicBezTo>
                      <a:cubicBezTo>
                        <a:pt x="71519" y="324407"/>
                        <a:pt x="120233" y="270166"/>
                        <a:pt x="165733" y="213098"/>
                      </a:cubicBezTo>
                      <a:cubicBezTo>
                        <a:pt x="223830" y="140348"/>
                        <a:pt x="303135" y="113485"/>
                        <a:pt x="388352" y="118498"/>
                      </a:cubicBezTo>
                      <a:cubicBezTo>
                        <a:pt x="518556" y="126209"/>
                        <a:pt x="633978" y="90734"/>
                        <a:pt x="744902" y="24283"/>
                      </a:cubicBezTo>
                      <a:cubicBezTo>
                        <a:pt x="808269" y="-13763"/>
                        <a:pt x="810454" y="-9264"/>
                        <a:pt x="848114" y="53203"/>
                      </a:cubicBezTo>
                      <a:cubicBezTo>
                        <a:pt x="910966" y="157314"/>
                        <a:pt x="974719" y="260912"/>
                        <a:pt x="1037185" y="365409"/>
                      </a:cubicBezTo>
                      <a:cubicBezTo>
                        <a:pt x="1060964" y="404997"/>
                        <a:pt x="1056980" y="409753"/>
                        <a:pt x="1022147" y="437516"/>
                      </a:cubicBezTo>
                      <a:cubicBezTo>
                        <a:pt x="994384" y="459752"/>
                        <a:pt x="968678" y="485716"/>
                        <a:pt x="946441" y="513736"/>
                      </a:cubicBezTo>
                      <a:cubicBezTo>
                        <a:pt x="916622" y="551267"/>
                        <a:pt x="891044" y="592398"/>
                        <a:pt x="862638" y="633400"/>
                      </a:cubicBezTo>
                      <a:close/>
                    </a:path>
                  </a:pathLst>
                </a:custGeom>
                <a:solidFill>
                  <a:srgbClr val="114C8E"/>
                </a:solidFill>
                <a:ln w="0" cap="flat">
                  <a:noFill/>
                  <a:prstDash val="solid"/>
                  <a:miter/>
                </a:ln>
              </p:spPr>
              <p:txBody>
                <a:bodyPr/>
                <a:lstStyle/>
                <a:p>
                  <a:endParaRPr lang="pt-BR"/>
                </a:p>
              </p:txBody>
            </p:sp>
            <p:sp>
              <p:nvSpPr>
                <p:cNvPr id="141" name="Forma Livre: Forma 140">
                  <a:extLst>
                    <a:ext uri="{FF2B5EF4-FFF2-40B4-BE49-F238E27FC236}">
                      <a16:creationId xmlns:a16="http://schemas.microsoft.com/office/drawing/2014/main" id="{5BAC1768-5FEC-DF07-51F6-07C81B3C16C6}"/>
                    </a:ext>
                  </a:extLst>
                </p:cNvPr>
                <p:cNvSpPr/>
                <p:nvPr/>
              </p:nvSpPr>
              <p:spPr>
                <a:xfrm>
                  <a:off x="3490543" y="6648327"/>
                  <a:ext cx="532327" cy="559447"/>
                </a:xfrm>
                <a:custGeom>
                  <a:avLst/>
                  <a:gdLst>
                    <a:gd name="csX0" fmla="*/ 319462 w 532327"/>
                    <a:gd name="csY0" fmla="*/ 308137 h 559447"/>
                    <a:gd name="csX1" fmla="*/ 340413 w 532327"/>
                    <a:gd name="csY1" fmla="*/ 478700 h 559447"/>
                    <a:gd name="csX2" fmla="*/ 342341 w 532327"/>
                    <a:gd name="csY2" fmla="*/ 485512 h 559447"/>
                    <a:gd name="csX3" fmla="*/ 316506 w 532327"/>
                    <a:gd name="csY3" fmla="*/ 559161 h 559447"/>
                    <a:gd name="csX4" fmla="*/ 272034 w 532327"/>
                    <a:gd name="csY4" fmla="*/ 503121 h 559447"/>
                    <a:gd name="csX5" fmla="*/ 255710 w 532327"/>
                    <a:gd name="csY5" fmla="*/ 440011 h 559447"/>
                    <a:gd name="csX6" fmla="*/ 155326 w 532327"/>
                    <a:gd name="csY6" fmla="*/ 517774 h 559447"/>
                    <a:gd name="csX7" fmla="*/ 114581 w 532327"/>
                    <a:gd name="csY7" fmla="*/ 535126 h 559447"/>
                    <a:gd name="csX8" fmla="*/ 92473 w 532327"/>
                    <a:gd name="csY8" fmla="*/ 494509 h 559447"/>
                    <a:gd name="csX9" fmla="*/ 147357 w 532327"/>
                    <a:gd name="csY9" fmla="*/ 413020 h 559447"/>
                    <a:gd name="csX10" fmla="*/ 172035 w 532327"/>
                    <a:gd name="csY10" fmla="*/ 400038 h 559447"/>
                    <a:gd name="csX11" fmla="*/ 252625 w 532327"/>
                    <a:gd name="csY11" fmla="*/ 271119 h 559447"/>
                    <a:gd name="csX12" fmla="*/ 92216 w 532327"/>
                    <a:gd name="csY12" fmla="*/ 359678 h 559447"/>
                    <a:gd name="csX13" fmla="*/ 64710 w 532327"/>
                    <a:gd name="csY13" fmla="*/ 394382 h 559447"/>
                    <a:gd name="csX14" fmla="*/ 20238 w 532327"/>
                    <a:gd name="csY14" fmla="*/ 415462 h 559447"/>
                    <a:gd name="csX15" fmla="*/ 315 w 532327"/>
                    <a:gd name="csY15" fmla="*/ 373303 h 559447"/>
                    <a:gd name="csX16" fmla="*/ 30263 w 532327"/>
                    <a:gd name="csY16" fmla="*/ 320476 h 559447"/>
                    <a:gd name="csX17" fmla="*/ 117794 w 532327"/>
                    <a:gd name="csY17" fmla="*/ 263279 h 559447"/>
                    <a:gd name="csX18" fmla="*/ 180904 w 532327"/>
                    <a:gd name="csY18" fmla="*/ 226004 h 559447"/>
                    <a:gd name="csX19" fmla="*/ 243371 w 532327"/>
                    <a:gd name="csY19" fmla="*/ 113667 h 559447"/>
                    <a:gd name="csX20" fmla="*/ 247098 w 532327"/>
                    <a:gd name="csY20" fmla="*/ 42331 h 559447"/>
                    <a:gd name="csX21" fmla="*/ 291828 w 532327"/>
                    <a:gd name="csY21" fmla="*/ 44 h 559447"/>
                    <a:gd name="csX22" fmla="*/ 322676 w 532327"/>
                    <a:gd name="csY22" fmla="*/ 41817 h 559447"/>
                    <a:gd name="csX23" fmla="*/ 321390 w 532327"/>
                    <a:gd name="csY23" fmla="*/ 152484 h 559447"/>
                    <a:gd name="csX24" fmla="*/ 367405 w 532327"/>
                    <a:gd name="csY24" fmla="*/ 240272 h 559447"/>
                    <a:gd name="csX25" fmla="*/ 454293 w 532327"/>
                    <a:gd name="csY25" fmla="*/ 292199 h 559447"/>
                    <a:gd name="csX26" fmla="*/ 531284 w 532327"/>
                    <a:gd name="csY26" fmla="*/ 425873 h 559447"/>
                    <a:gd name="csX27" fmla="*/ 528200 w 532327"/>
                    <a:gd name="csY27" fmla="*/ 456978 h 559447"/>
                    <a:gd name="csX28" fmla="*/ 496195 w 532327"/>
                    <a:gd name="csY28" fmla="*/ 481271 h 559447"/>
                    <a:gd name="csX29" fmla="*/ 465733 w 532327"/>
                    <a:gd name="csY29" fmla="*/ 456078 h 559447"/>
                    <a:gd name="csX30" fmla="*/ 319462 w 532327"/>
                    <a:gd name="csY30" fmla="*/ 308008 h 559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532327" h="559447">
                      <a:moveTo>
                        <a:pt x="319462" y="308137"/>
                      </a:moveTo>
                      <a:cubicBezTo>
                        <a:pt x="326403" y="364948"/>
                        <a:pt x="333344" y="421888"/>
                        <a:pt x="340413" y="478700"/>
                      </a:cubicBezTo>
                      <a:cubicBezTo>
                        <a:pt x="340670" y="481013"/>
                        <a:pt x="341827" y="483198"/>
                        <a:pt x="342341" y="485512"/>
                      </a:cubicBezTo>
                      <a:cubicBezTo>
                        <a:pt x="351210" y="530370"/>
                        <a:pt x="342855" y="556462"/>
                        <a:pt x="316506" y="559161"/>
                      </a:cubicBezTo>
                      <a:cubicBezTo>
                        <a:pt x="276661" y="563017"/>
                        <a:pt x="280131" y="527028"/>
                        <a:pt x="272034" y="503121"/>
                      </a:cubicBezTo>
                      <a:cubicBezTo>
                        <a:pt x="265607" y="484484"/>
                        <a:pt x="262008" y="464690"/>
                        <a:pt x="255710" y="440011"/>
                      </a:cubicBezTo>
                      <a:cubicBezTo>
                        <a:pt x="217279" y="464433"/>
                        <a:pt x="169850" y="464561"/>
                        <a:pt x="155326" y="517774"/>
                      </a:cubicBezTo>
                      <a:cubicBezTo>
                        <a:pt x="152627" y="527542"/>
                        <a:pt x="125249" y="539239"/>
                        <a:pt x="114581" y="535126"/>
                      </a:cubicBezTo>
                      <a:cubicBezTo>
                        <a:pt x="103399" y="530884"/>
                        <a:pt x="91574" y="508134"/>
                        <a:pt x="92473" y="494509"/>
                      </a:cubicBezTo>
                      <a:cubicBezTo>
                        <a:pt x="95044" y="458135"/>
                        <a:pt x="116252" y="431014"/>
                        <a:pt x="147357" y="413020"/>
                      </a:cubicBezTo>
                      <a:cubicBezTo>
                        <a:pt x="155454" y="408392"/>
                        <a:pt x="163295" y="402480"/>
                        <a:pt x="172035" y="400038"/>
                      </a:cubicBezTo>
                      <a:cubicBezTo>
                        <a:pt x="240158" y="381529"/>
                        <a:pt x="263679" y="335000"/>
                        <a:pt x="252625" y="271119"/>
                      </a:cubicBezTo>
                      <a:cubicBezTo>
                        <a:pt x="200441" y="299654"/>
                        <a:pt x="145686" y="328445"/>
                        <a:pt x="92216" y="359678"/>
                      </a:cubicBezTo>
                      <a:cubicBezTo>
                        <a:pt x="80391" y="366619"/>
                        <a:pt x="71780" y="381529"/>
                        <a:pt x="64710" y="394382"/>
                      </a:cubicBezTo>
                      <a:cubicBezTo>
                        <a:pt x="54171" y="413405"/>
                        <a:pt x="38747" y="426773"/>
                        <a:pt x="20238" y="415462"/>
                      </a:cubicBezTo>
                      <a:cubicBezTo>
                        <a:pt x="8799" y="408392"/>
                        <a:pt x="-1998" y="386156"/>
                        <a:pt x="315" y="373303"/>
                      </a:cubicBezTo>
                      <a:cubicBezTo>
                        <a:pt x="3786" y="354152"/>
                        <a:pt x="15611" y="332687"/>
                        <a:pt x="30263" y="320476"/>
                      </a:cubicBezTo>
                      <a:cubicBezTo>
                        <a:pt x="56870" y="298240"/>
                        <a:pt x="88103" y="281659"/>
                        <a:pt x="117794" y="263279"/>
                      </a:cubicBezTo>
                      <a:cubicBezTo>
                        <a:pt x="138617" y="250426"/>
                        <a:pt x="160853" y="240014"/>
                        <a:pt x="180904" y="226004"/>
                      </a:cubicBezTo>
                      <a:cubicBezTo>
                        <a:pt x="219078" y="199270"/>
                        <a:pt x="244656" y="164694"/>
                        <a:pt x="243371" y="113667"/>
                      </a:cubicBezTo>
                      <a:cubicBezTo>
                        <a:pt x="242728" y="89888"/>
                        <a:pt x="247098" y="66110"/>
                        <a:pt x="247098" y="42331"/>
                      </a:cubicBezTo>
                      <a:cubicBezTo>
                        <a:pt x="247098" y="10455"/>
                        <a:pt x="266507" y="1072"/>
                        <a:pt x="291828" y="44"/>
                      </a:cubicBezTo>
                      <a:cubicBezTo>
                        <a:pt x="319462" y="-1113"/>
                        <a:pt x="322418" y="20866"/>
                        <a:pt x="322676" y="41817"/>
                      </a:cubicBezTo>
                      <a:cubicBezTo>
                        <a:pt x="323190" y="78706"/>
                        <a:pt x="324989" y="115980"/>
                        <a:pt x="321390" y="152484"/>
                      </a:cubicBezTo>
                      <a:cubicBezTo>
                        <a:pt x="317277" y="194128"/>
                        <a:pt x="335015" y="220735"/>
                        <a:pt x="367405" y="240272"/>
                      </a:cubicBezTo>
                      <a:cubicBezTo>
                        <a:pt x="396325" y="257752"/>
                        <a:pt x="426016" y="273819"/>
                        <a:pt x="454293" y="292199"/>
                      </a:cubicBezTo>
                      <a:cubicBezTo>
                        <a:pt x="501593" y="323175"/>
                        <a:pt x="523572" y="370604"/>
                        <a:pt x="531284" y="425873"/>
                      </a:cubicBezTo>
                      <a:cubicBezTo>
                        <a:pt x="532698" y="436155"/>
                        <a:pt x="533469" y="449651"/>
                        <a:pt x="528200" y="456978"/>
                      </a:cubicBezTo>
                      <a:cubicBezTo>
                        <a:pt x="520359" y="467903"/>
                        <a:pt x="506991" y="481656"/>
                        <a:pt x="496195" y="481271"/>
                      </a:cubicBezTo>
                      <a:cubicBezTo>
                        <a:pt x="485398" y="481013"/>
                        <a:pt x="465861" y="465204"/>
                        <a:pt x="465733" y="456078"/>
                      </a:cubicBezTo>
                      <a:cubicBezTo>
                        <a:pt x="464319" y="361863"/>
                        <a:pt x="389641" y="341298"/>
                        <a:pt x="319462" y="308008"/>
                      </a:cubicBezTo>
                      <a:close/>
                    </a:path>
                  </a:pathLst>
                </a:custGeom>
                <a:solidFill>
                  <a:srgbClr val="114C8E"/>
                </a:solidFill>
                <a:ln w="0" cap="flat">
                  <a:noFill/>
                  <a:prstDash val="solid"/>
                  <a:miter/>
                </a:ln>
              </p:spPr>
              <p:txBody>
                <a:bodyPr/>
                <a:lstStyle/>
                <a:p>
                  <a:endParaRPr lang="pt-BR"/>
                </a:p>
              </p:txBody>
            </p:sp>
            <p:sp>
              <p:nvSpPr>
                <p:cNvPr id="142" name="Forma Livre: Forma 141">
                  <a:extLst>
                    <a:ext uri="{FF2B5EF4-FFF2-40B4-BE49-F238E27FC236}">
                      <a16:creationId xmlns:a16="http://schemas.microsoft.com/office/drawing/2014/main" id="{1C3E3F6E-A7A5-9B70-FE51-49B083B7A782}"/>
                    </a:ext>
                  </a:extLst>
                </p:cNvPr>
                <p:cNvSpPr/>
                <p:nvPr/>
              </p:nvSpPr>
              <p:spPr>
                <a:xfrm>
                  <a:off x="4302853" y="5035413"/>
                  <a:ext cx="297310" cy="451329"/>
                </a:xfrm>
                <a:custGeom>
                  <a:avLst/>
                  <a:gdLst>
                    <a:gd name="csX0" fmla="*/ 42491 w 297310"/>
                    <a:gd name="csY0" fmla="*/ 0 h 451329"/>
                    <a:gd name="csX1" fmla="*/ 69483 w 297310"/>
                    <a:gd name="csY1" fmla="*/ 21979 h 451329"/>
                    <a:gd name="csX2" fmla="*/ 289531 w 297310"/>
                    <a:gd name="csY2" fmla="*/ 389069 h 451329"/>
                    <a:gd name="csX3" fmla="*/ 275521 w 297310"/>
                    <a:gd name="csY3" fmla="*/ 446651 h 451329"/>
                    <a:gd name="csX4" fmla="*/ 227193 w 297310"/>
                    <a:gd name="csY4" fmla="*/ 426343 h 451329"/>
                    <a:gd name="csX5" fmla="*/ 9073 w 297310"/>
                    <a:gd name="csY5" fmla="*/ 58097 h 451329"/>
                    <a:gd name="csX6" fmla="*/ 42491 w 297310"/>
                    <a:gd name="csY6" fmla="*/ 129 h 45132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97310" h="451329">
                      <a:moveTo>
                        <a:pt x="42491" y="0"/>
                      </a:moveTo>
                      <a:cubicBezTo>
                        <a:pt x="47632" y="3985"/>
                        <a:pt x="62414" y="10411"/>
                        <a:pt x="69483" y="21979"/>
                      </a:cubicBezTo>
                      <a:cubicBezTo>
                        <a:pt x="143518" y="143957"/>
                        <a:pt x="216267" y="266706"/>
                        <a:pt x="289531" y="389069"/>
                      </a:cubicBezTo>
                      <a:cubicBezTo>
                        <a:pt x="304184" y="413490"/>
                        <a:pt x="297371" y="434184"/>
                        <a:pt x="275521" y="446651"/>
                      </a:cubicBezTo>
                      <a:cubicBezTo>
                        <a:pt x="254570" y="458605"/>
                        <a:pt x="238889" y="446137"/>
                        <a:pt x="227193" y="426343"/>
                      </a:cubicBezTo>
                      <a:cubicBezTo>
                        <a:pt x="154700" y="303466"/>
                        <a:pt x="81565" y="180974"/>
                        <a:pt x="9073" y="58097"/>
                      </a:cubicBezTo>
                      <a:cubicBezTo>
                        <a:pt x="-10079" y="25578"/>
                        <a:pt x="1104" y="0"/>
                        <a:pt x="42491" y="129"/>
                      </a:cubicBezTo>
                      <a:close/>
                    </a:path>
                  </a:pathLst>
                </a:custGeom>
                <a:solidFill>
                  <a:srgbClr val="114C8E"/>
                </a:solidFill>
                <a:ln w="0" cap="flat">
                  <a:noFill/>
                  <a:prstDash val="solid"/>
                  <a:miter/>
                </a:ln>
              </p:spPr>
              <p:txBody>
                <a:bodyPr/>
                <a:lstStyle/>
                <a:p>
                  <a:endParaRPr lang="pt-BR"/>
                </a:p>
              </p:txBody>
            </p:sp>
            <p:sp>
              <p:nvSpPr>
                <p:cNvPr id="143" name="Forma Livre: Forma 142">
                  <a:extLst>
                    <a:ext uri="{FF2B5EF4-FFF2-40B4-BE49-F238E27FC236}">
                      <a16:creationId xmlns:a16="http://schemas.microsoft.com/office/drawing/2014/main" id="{DA88D6E0-376B-EB64-B67E-2343C5E1CE56}"/>
                    </a:ext>
                  </a:extLst>
                </p:cNvPr>
                <p:cNvSpPr/>
                <p:nvPr/>
              </p:nvSpPr>
              <p:spPr>
                <a:xfrm>
                  <a:off x="3456107" y="6757382"/>
                  <a:ext cx="78826" cy="165419"/>
                </a:xfrm>
                <a:custGeom>
                  <a:avLst/>
                  <a:gdLst>
                    <a:gd name="csX0" fmla="*/ 78452 w 78826"/>
                    <a:gd name="csY0" fmla="*/ 118234 h 165419"/>
                    <a:gd name="csX1" fmla="*/ 48504 w 78826"/>
                    <a:gd name="csY1" fmla="*/ 165149 h 165419"/>
                    <a:gd name="csX2" fmla="*/ 10973 w 78826"/>
                    <a:gd name="csY2" fmla="*/ 127874 h 165419"/>
                    <a:gd name="csX3" fmla="*/ 176 w 78826"/>
                    <a:gd name="csY3" fmla="*/ 39572 h 165419"/>
                    <a:gd name="csX4" fmla="*/ 30638 w 78826"/>
                    <a:gd name="csY4" fmla="*/ 241 h 165419"/>
                    <a:gd name="csX5" fmla="*/ 71511 w 78826"/>
                    <a:gd name="csY5" fmla="*/ 32889 h 165419"/>
                    <a:gd name="csX6" fmla="*/ 78452 w 78826"/>
                    <a:gd name="csY6" fmla="*/ 118234 h 16541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8826" h="165419">
                      <a:moveTo>
                        <a:pt x="78452" y="118234"/>
                      </a:moveTo>
                      <a:cubicBezTo>
                        <a:pt x="80380" y="141756"/>
                        <a:pt x="75496" y="162321"/>
                        <a:pt x="48504" y="165149"/>
                      </a:cubicBezTo>
                      <a:cubicBezTo>
                        <a:pt x="23312" y="167848"/>
                        <a:pt x="14057" y="149982"/>
                        <a:pt x="10973" y="127874"/>
                      </a:cubicBezTo>
                      <a:cubicBezTo>
                        <a:pt x="6859" y="98440"/>
                        <a:pt x="2232" y="69135"/>
                        <a:pt x="176" y="39572"/>
                      </a:cubicBezTo>
                      <a:cubicBezTo>
                        <a:pt x="-1367" y="18621"/>
                        <a:pt x="7117" y="2169"/>
                        <a:pt x="30638" y="241"/>
                      </a:cubicBezTo>
                      <a:cubicBezTo>
                        <a:pt x="53774" y="-1687"/>
                        <a:pt x="69069" y="7825"/>
                        <a:pt x="71511" y="32889"/>
                      </a:cubicBezTo>
                      <a:cubicBezTo>
                        <a:pt x="74339" y="61294"/>
                        <a:pt x="76139" y="89700"/>
                        <a:pt x="78452" y="118234"/>
                      </a:cubicBezTo>
                      <a:close/>
                    </a:path>
                  </a:pathLst>
                </a:custGeom>
                <a:solidFill>
                  <a:srgbClr val="114C8E"/>
                </a:solidFill>
                <a:ln w="0" cap="flat">
                  <a:noFill/>
                  <a:prstDash val="solid"/>
                  <a:miter/>
                </a:ln>
              </p:spPr>
              <p:txBody>
                <a:bodyPr/>
                <a:lstStyle/>
                <a:p>
                  <a:endParaRPr lang="pt-BR"/>
                </a:p>
              </p:txBody>
            </p:sp>
            <p:sp>
              <p:nvSpPr>
                <p:cNvPr id="144" name="Forma Livre: Forma 143">
                  <a:extLst>
                    <a:ext uri="{FF2B5EF4-FFF2-40B4-BE49-F238E27FC236}">
                      <a16:creationId xmlns:a16="http://schemas.microsoft.com/office/drawing/2014/main" id="{9314E622-7FE8-72C8-849E-AC982DE7AFB3}"/>
                    </a:ext>
                  </a:extLst>
                </p:cNvPr>
                <p:cNvSpPr/>
                <p:nvPr/>
              </p:nvSpPr>
              <p:spPr>
                <a:xfrm>
                  <a:off x="2975007" y="6660823"/>
                  <a:ext cx="69869" cy="76492"/>
                </a:xfrm>
                <a:custGeom>
                  <a:avLst/>
                  <a:gdLst>
                    <a:gd name="csX0" fmla="*/ 25499 w 69869"/>
                    <a:gd name="csY0" fmla="*/ 76364 h 76492"/>
                    <a:gd name="csX1" fmla="*/ 820 w 69869"/>
                    <a:gd name="csY1" fmla="*/ 35362 h 76492"/>
                    <a:gd name="csX2" fmla="*/ 33468 w 69869"/>
                    <a:gd name="csY2" fmla="*/ 15 h 76492"/>
                    <a:gd name="csX3" fmla="*/ 69200 w 69869"/>
                    <a:gd name="csY3" fmla="*/ 36133 h 76492"/>
                    <a:gd name="csX4" fmla="*/ 41822 w 69869"/>
                    <a:gd name="csY4" fmla="*/ 76492 h 76492"/>
                    <a:gd name="csX5" fmla="*/ 25370 w 69869"/>
                    <a:gd name="csY5" fmla="*/ 76364 h 76492"/>
                  </a:gdLst>
                  <a:ahLst/>
                  <a:cxnLst>
                    <a:cxn ang="0">
                      <a:pos x="csX0" y="csY0"/>
                    </a:cxn>
                    <a:cxn ang="0">
                      <a:pos x="csX1" y="csY1"/>
                    </a:cxn>
                    <a:cxn ang="0">
                      <a:pos x="csX2" y="csY2"/>
                    </a:cxn>
                    <a:cxn ang="0">
                      <a:pos x="csX3" y="csY3"/>
                    </a:cxn>
                    <a:cxn ang="0">
                      <a:pos x="csX4" y="csY4"/>
                    </a:cxn>
                    <a:cxn ang="0">
                      <a:pos x="csX5" y="csY5"/>
                    </a:cxn>
                  </a:cxnLst>
                  <a:rect l="l" t="t" r="r" b="b"/>
                  <a:pathLst>
                    <a:path w="69869" h="76492">
                      <a:moveTo>
                        <a:pt x="25499" y="76364"/>
                      </a:moveTo>
                      <a:cubicBezTo>
                        <a:pt x="16887" y="62739"/>
                        <a:pt x="3905" y="50143"/>
                        <a:pt x="820" y="35362"/>
                      </a:cubicBezTo>
                      <a:cubicBezTo>
                        <a:pt x="-3935" y="12226"/>
                        <a:pt x="12645" y="529"/>
                        <a:pt x="33468" y="15"/>
                      </a:cubicBezTo>
                      <a:cubicBezTo>
                        <a:pt x="55961" y="-499"/>
                        <a:pt x="73570" y="11969"/>
                        <a:pt x="69200" y="36133"/>
                      </a:cubicBezTo>
                      <a:cubicBezTo>
                        <a:pt x="66501" y="50786"/>
                        <a:pt x="51334" y="63125"/>
                        <a:pt x="41822" y="76492"/>
                      </a:cubicBezTo>
                      <a:cubicBezTo>
                        <a:pt x="36295" y="76492"/>
                        <a:pt x="30897" y="76492"/>
                        <a:pt x="25370" y="76364"/>
                      </a:cubicBezTo>
                      <a:close/>
                    </a:path>
                  </a:pathLst>
                </a:custGeom>
                <a:solidFill>
                  <a:srgbClr val="114C8E"/>
                </a:solidFill>
                <a:ln w="0" cap="flat">
                  <a:noFill/>
                  <a:prstDash val="solid"/>
                  <a:miter/>
                </a:ln>
              </p:spPr>
              <p:txBody>
                <a:bodyPr/>
                <a:lstStyle/>
                <a:p>
                  <a:endParaRPr lang="pt-BR"/>
                </a:p>
              </p:txBody>
            </p:sp>
            <p:sp>
              <p:nvSpPr>
                <p:cNvPr id="145" name="Forma Livre: Forma 144">
                  <a:extLst>
                    <a:ext uri="{FF2B5EF4-FFF2-40B4-BE49-F238E27FC236}">
                      <a16:creationId xmlns:a16="http://schemas.microsoft.com/office/drawing/2014/main" id="{450E3423-592D-E651-A53C-3AEEBBCB5F69}"/>
                    </a:ext>
                  </a:extLst>
                </p:cNvPr>
                <p:cNvSpPr/>
                <p:nvPr/>
              </p:nvSpPr>
              <p:spPr>
                <a:xfrm>
                  <a:off x="4510333" y="6661442"/>
                  <a:ext cx="67005" cy="74716"/>
                </a:xfrm>
                <a:custGeom>
                  <a:avLst/>
                  <a:gdLst>
                    <a:gd name="csX0" fmla="*/ 25110 w 67005"/>
                    <a:gd name="csY0" fmla="*/ 74331 h 74716"/>
                    <a:gd name="csX1" fmla="*/ 689 w 67005"/>
                    <a:gd name="csY1" fmla="*/ 36414 h 74716"/>
                    <a:gd name="csX2" fmla="*/ 32051 w 67005"/>
                    <a:gd name="csY2" fmla="*/ 553 h 74716"/>
                    <a:gd name="csX3" fmla="*/ 66884 w 67005"/>
                    <a:gd name="csY3" fmla="*/ 34357 h 74716"/>
                    <a:gd name="csX4" fmla="*/ 40534 w 67005"/>
                    <a:gd name="csY4" fmla="*/ 74716 h 74716"/>
                    <a:gd name="csX5" fmla="*/ 25110 w 67005"/>
                    <a:gd name="csY5" fmla="*/ 74459 h 74716"/>
                  </a:gdLst>
                  <a:ahLst/>
                  <a:cxnLst>
                    <a:cxn ang="0">
                      <a:pos x="csX0" y="csY0"/>
                    </a:cxn>
                    <a:cxn ang="0">
                      <a:pos x="csX1" y="csY1"/>
                    </a:cxn>
                    <a:cxn ang="0">
                      <a:pos x="csX2" y="csY2"/>
                    </a:cxn>
                    <a:cxn ang="0">
                      <a:pos x="csX3" y="csY3"/>
                    </a:cxn>
                    <a:cxn ang="0">
                      <a:pos x="csX4" y="csY4"/>
                    </a:cxn>
                    <a:cxn ang="0">
                      <a:pos x="csX5" y="csY5"/>
                    </a:cxn>
                  </a:cxnLst>
                  <a:rect l="l" t="t" r="r" b="b"/>
                  <a:pathLst>
                    <a:path w="67005" h="74716">
                      <a:moveTo>
                        <a:pt x="25110" y="74331"/>
                      </a:moveTo>
                      <a:cubicBezTo>
                        <a:pt x="16627" y="61735"/>
                        <a:pt x="3260" y="50167"/>
                        <a:pt x="689" y="36414"/>
                      </a:cubicBezTo>
                      <a:cubicBezTo>
                        <a:pt x="-3424" y="14692"/>
                        <a:pt x="11357" y="-3432"/>
                        <a:pt x="32051" y="553"/>
                      </a:cubicBezTo>
                      <a:cubicBezTo>
                        <a:pt x="46061" y="3252"/>
                        <a:pt x="64827" y="20990"/>
                        <a:pt x="66884" y="34357"/>
                      </a:cubicBezTo>
                      <a:cubicBezTo>
                        <a:pt x="68683" y="46054"/>
                        <a:pt x="50174" y="61092"/>
                        <a:pt x="40534" y="74716"/>
                      </a:cubicBezTo>
                      <a:cubicBezTo>
                        <a:pt x="35393" y="74716"/>
                        <a:pt x="30252" y="74459"/>
                        <a:pt x="25110" y="74459"/>
                      </a:cubicBezTo>
                      <a:close/>
                    </a:path>
                  </a:pathLst>
                </a:custGeom>
                <a:solidFill>
                  <a:srgbClr val="114C8E"/>
                </a:solidFill>
                <a:ln w="0" cap="flat">
                  <a:noFill/>
                  <a:prstDash val="solid"/>
                  <a:miter/>
                </a:ln>
              </p:spPr>
              <p:txBody>
                <a:bodyPr/>
                <a:lstStyle/>
                <a:p>
                  <a:endParaRPr lang="pt-BR"/>
                </a:p>
              </p:txBody>
            </p:sp>
          </p:grpSp>
          <p:grpSp>
            <p:nvGrpSpPr>
              <p:cNvPr id="110" name="Gráfico 1">
                <a:extLst>
                  <a:ext uri="{FF2B5EF4-FFF2-40B4-BE49-F238E27FC236}">
                    <a16:creationId xmlns:a16="http://schemas.microsoft.com/office/drawing/2014/main" id="{7FF8F118-8D38-20FC-A6BE-9676D3E81E1E}"/>
                  </a:ext>
                </a:extLst>
              </p:cNvPr>
              <p:cNvGrpSpPr/>
              <p:nvPr/>
            </p:nvGrpSpPr>
            <p:grpSpPr>
              <a:xfrm>
                <a:off x="2190180" y="4471527"/>
                <a:ext cx="3181777" cy="3181707"/>
                <a:chOff x="2190180" y="4471527"/>
                <a:chExt cx="3181777" cy="3181707"/>
              </a:xfrm>
              <a:solidFill>
                <a:srgbClr val="114C8E"/>
              </a:solidFill>
            </p:grpSpPr>
            <p:sp>
              <p:nvSpPr>
                <p:cNvPr id="111" name="Forma Livre: Forma 110">
                  <a:extLst>
                    <a:ext uri="{FF2B5EF4-FFF2-40B4-BE49-F238E27FC236}">
                      <a16:creationId xmlns:a16="http://schemas.microsoft.com/office/drawing/2014/main" id="{EB58DFD8-847D-6596-1CD1-949FC12BD666}"/>
                    </a:ext>
                  </a:extLst>
                </p:cNvPr>
                <p:cNvSpPr/>
                <p:nvPr/>
              </p:nvSpPr>
              <p:spPr>
                <a:xfrm>
                  <a:off x="2637195" y="5083481"/>
                  <a:ext cx="159328" cy="163368"/>
                </a:xfrm>
                <a:custGeom>
                  <a:avLst/>
                  <a:gdLst>
                    <a:gd name="csX0" fmla="*/ 719 w 159328"/>
                    <a:gd name="csY0" fmla="*/ 163368 h 163368"/>
                    <a:gd name="csX1" fmla="*/ 59330 w 159328"/>
                    <a:gd name="csY1" fmla="*/ 149872 h 163368"/>
                    <a:gd name="csX2" fmla="*/ 139920 w 159328"/>
                    <a:gd name="csY2" fmla="*/ 57714 h 163368"/>
                    <a:gd name="csX3" fmla="*/ 159329 w 159328"/>
                    <a:gd name="csY3" fmla="*/ 26352 h 163368"/>
                    <a:gd name="csX4" fmla="*/ 127838 w 159328"/>
                    <a:gd name="csY4" fmla="*/ 3 h 163368"/>
                    <a:gd name="csX5" fmla="*/ 87607 w 159328"/>
                    <a:gd name="csY5" fmla="*/ 20311 h 163368"/>
                    <a:gd name="csX6" fmla="*/ 5089 w 159328"/>
                    <a:gd name="csY6" fmla="*/ 112084 h 163368"/>
                    <a:gd name="csX7" fmla="*/ 719 w 159328"/>
                    <a:gd name="csY7" fmla="*/ 163368 h 1633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9328" h="163368">
                      <a:moveTo>
                        <a:pt x="719" y="163368"/>
                      </a:moveTo>
                      <a:cubicBezTo>
                        <a:pt x="20642" y="159255"/>
                        <a:pt x="46348" y="161440"/>
                        <a:pt x="59330" y="149872"/>
                      </a:cubicBezTo>
                      <a:cubicBezTo>
                        <a:pt x="89535" y="122752"/>
                        <a:pt x="113828" y="89205"/>
                        <a:pt x="139920" y="57714"/>
                      </a:cubicBezTo>
                      <a:cubicBezTo>
                        <a:pt x="146861" y="49360"/>
                        <a:pt x="151488" y="39206"/>
                        <a:pt x="159329" y="26352"/>
                      </a:cubicBezTo>
                      <a:cubicBezTo>
                        <a:pt x="147504" y="15813"/>
                        <a:pt x="137478" y="-254"/>
                        <a:pt x="127838" y="3"/>
                      </a:cubicBezTo>
                      <a:cubicBezTo>
                        <a:pt x="114085" y="389"/>
                        <a:pt x="98018" y="10029"/>
                        <a:pt x="87607" y="20311"/>
                      </a:cubicBezTo>
                      <a:cubicBezTo>
                        <a:pt x="58430" y="49360"/>
                        <a:pt x="29253" y="79051"/>
                        <a:pt x="5089" y="112084"/>
                      </a:cubicBezTo>
                      <a:cubicBezTo>
                        <a:pt x="-3651" y="124037"/>
                        <a:pt x="1747" y="146016"/>
                        <a:pt x="719" y="163368"/>
                      </a:cubicBezTo>
                      <a:close/>
                    </a:path>
                  </a:pathLst>
                </a:custGeom>
                <a:solidFill>
                  <a:srgbClr val="114C8E"/>
                </a:solidFill>
                <a:ln w="0" cap="flat">
                  <a:noFill/>
                  <a:prstDash val="solid"/>
                  <a:miter/>
                </a:ln>
              </p:spPr>
              <p:txBody>
                <a:bodyPr/>
                <a:lstStyle/>
                <a:p>
                  <a:endParaRPr lang="pt-BR"/>
                </a:p>
              </p:txBody>
            </p:sp>
            <p:sp>
              <p:nvSpPr>
                <p:cNvPr id="112" name="Forma Livre: Forma 111">
                  <a:extLst>
                    <a:ext uri="{FF2B5EF4-FFF2-40B4-BE49-F238E27FC236}">
                      <a16:creationId xmlns:a16="http://schemas.microsoft.com/office/drawing/2014/main" id="{AAB1195E-3589-D97F-C162-B8D428346C22}"/>
                    </a:ext>
                  </a:extLst>
                </p:cNvPr>
                <p:cNvSpPr/>
                <p:nvPr/>
              </p:nvSpPr>
              <p:spPr>
                <a:xfrm>
                  <a:off x="4922509" y="6226012"/>
                  <a:ext cx="215745" cy="503848"/>
                </a:xfrm>
                <a:custGeom>
                  <a:avLst/>
                  <a:gdLst>
                    <a:gd name="csX0" fmla="*/ 84650 w 215745"/>
                    <a:gd name="csY0" fmla="*/ 503848 h 503848"/>
                    <a:gd name="csX1" fmla="*/ 70897 w 215745"/>
                    <a:gd name="csY1" fmla="*/ 413490 h 503848"/>
                    <a:gd name="csX2" fmla="*/ 110100 w 215745"/>
                    <a:gd name="csY2" fmla="*/ 338684 h 503848"/>
                    <a:gd name="csX3" fmla="*/ 212669 w 215745"/>
                    <a:gd name="csY3" fmla="*/ 229431 h 503848"/>
                    <a:gd name="csX4" fmla="*/ 160870 w 215745"/>
                    <a:gd name="csY4" fmla="*/ 67737 h 503848"/>
                    <a:gd name="csX5" fmla="*/ 86964 w 215745"/>
                    <a:gd name="csY5" fmla="*/ 0 h 503848"/>
                    <a:gd name="csX6" fmla="*/ 90820 w 215745"/>
                    <a:gd name="csY6" fmla="*/ 55912 h 503848"/>
                    <a:gd name="csX7" fmla="*/ 155087 w 215745"/>
                    <a:gd name="csY7" fmla="*/ 209508 h 503848"/>
                    <a:gd name="csX8" fmla="*/ 44163 w 215745"/>
                    <a:gd name="csY8" fmla="*/ 321718 h 503848"/>
                    <a:gd name="csX9" fmla="*/ 32852 w 215745"/>
                    <a:gd name="csY9" fmla="*/ 334699 h 503848"/>
                    <a:gd name="csX10" fmla="*/ 84265 w 215745"/>
                    <a:gd name="csY10" fmla="*/ 503848 h 5038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5745" h="503848">
                      <a:moveTo>
                        <a:pt x="84650" y="503848"/>
                      </a:moveTo>
                      <a:cubicBezTo>
                        <a:pt x="79252" y="472744"/>
                        <a:pt x="66913" y="442024"/>
                        <a:pt x="70897" y="413490"/>
                      </a:cubicBezTo>
                      <a:cubicBezTo>
                        <a:pt x="74625" y="387012"/>
                        <a:pt x="91848" y="359635"/>
                        <a:pt x="110100" y="338684"/>
                      </a:cubicBezTo>
                      <a:cubicBezTo>
                        <a:pt x="143004" y="301024"/>
                        <a:pt x="233492" y="314777"/>
                        <a:pt x="212669" y="229431"/>
                      </a:cubicBezTo>
                      <a:cubicBezTo>
                        <a:pt x="199302" y="174548"/>
                        <a:pt x="183492" y="119407"/>
                        <a:pt x="160870" y="67737"/>
                      </a:cubicBezTo>
                      <a:cubicBezTo>
                        <a:pt x="150845" y="44858"/>
                        <a:pt x="121411" y="30462"/>
                        <a:pt x="86964" y="0"/>
                      </a:cubicBezTo>
                      <a:cubicBezTo>
                        <a:pt x="89020" y="34575"/>
                        <a:pt x="86707" y="46657"/>
                        <a:pt x="90820" y="55912"/>
                      </a:cubicBezTo>
                      <a:cubicBezTo>
                        <a:pt x="113699" y="107839"/>
                        <a:pt x="161513" y="162080"/>
                        <a:pt x="155087" y="209508"/>
                      </a:cubicBezTo>
                      <a:cubicBezTo>
                        <a:pt x="149431" y="251025"/>
                        <a:pt x="83365" y="284572"/>
                        <a:pt x="44163" y="321718"/>
                      </a:cubicBezTo>
                      <a:cubicBezTo>
                        <a:pt x="40050" y="325702"/>
                        <a:pt x="36322" y="330201"/>
                        <a:pt x="32852" y="334699"/>
                      </a:cubicBezTo>
                      <a:cubicBezTo>
                        <a:pt x="-26016" y="411948"/>
                        <a:pt x="-3909" y="490867"/>
                        <a:pt x="84265" y="503848"/>
                      </a:cubicBezTo>
                      <a:close/>
                    </a:path>
                  </a:pathLst>
                </a:custGeom>
                <a:solidFill>
                  <a:srgbClr val="114C8E"/>
                </a:solidFill>
                <a:ln w="0" cap="flat">
                  <a:noFill/>
                  <a:prstDash val="solid"/>
                  <a:miter/>
                </a:ln>
              </p:spPr>
              <p:txBody>
                <a:bodyPr/>
                <a:lstStyle/>
                <a:p>
                  <a:endParaRPr lang="pt-BR"/>
                </a:p>
              </p:txBody>
            </p:sp>
            <p:sp>
              <p:nvSpPr>
                <p:cNvPr id="113" name="Forma Livre: Forma 112">
                  <a:extLst>
                    <a:ext uri="{FF2B5EF4-FFF2-40B4-BE49-F238E27FC236}">
                      <a16:creationId xmlns:a16="http://schemas.microsoft.com/office/drawing/2014/main" id="{4FD18858-7070-2E6F-1A1D-1945CEFB2240}"/>
                    </a:ext>
                  </a:extLst>
                </p:cNvPr>
                <p:cNvSpPr/>
                <p:nvPr/>
              </p:nvSpPr>
              <p:spPr>
                <a:xfrm>
                  <a:off x="2375836" y="6311486"/>
                  <a:ext cx="88973" cy="143699"/>
                </a:xfrm>
                <a:custGeom>
                  <a:avLst/>
                  <a:gdLst>
                    <a:gd name="csX0" fmla="*/ 0 w 88973"/>
                    <a:gd name="csY0" fmla="*/ 0 h 143699"/>
                    <a:gd name="csX1" fmla="*/ 53084 w 88973"/>
                    <a:gd name="csY1" fmla="*/ 143700 h 143699"/>
                    <a:gd name="csX2" fmla="*/ 0 w 88973"/>
                    <a:gd name="csY2" fmla="*/ 0 h 143699"/>
                  </a:gdLst>
                  <a:ahLst/>
                  <a:cxnLst>
                    <a:cxn ang="0">
                      <a:pos x="csX0" y="csY0"/>
                    </a:cxn>
                    <a:cxn ang="0">
                      <a:pos x="csX1" y="csY1"/>
                    </a:cxn>
                    <a:cxn ang="0">
                      <a:pos x="csX2" y="csY2"/>
                    </a:cxn>
                  </a:cxnLst>
                  <a:rect l="l" t="t" r="r" b="b"/>
                  <a:pathLst>
                    <a:path w="88973" h="143699">
                      <a:moveTo>
                        <a:pt x="0" y="0"/>
                      </a:moveTo>
                      <a:cubicBezTo>
                        <a:pt x="18766" y="50899"/>
                        <a:pt x="34061" y="92415"/>
                        <a:pt x="53084" y="143700"/>
                      </a:cubicBezTo>
                      <a:cubicBezTo>
                        <a:pt x="113494" y="48714"/>
                        <a:pt x="98842" y="7969"/>
                        <a:pt x="0" y="0"/>
                      </a:cubicBezTo>
                      <a:close/>
                    </a:path>
                  </a:pathLst>
                </a:custGeom>
                <a:solidFill>
                  <a:srgbClr val="114C8E"/>
                </a:solidFill>
                <a:ln w="0" cap="flat">
                  <a:noFill/>
                  <a:prstDash val="solid"/>
                  <a:miter/>
                </a:ln>
              </p:spPr>
              <p:txBody>
                <a:bodyPr/>
                <a:lstStyle/>
                <a:p>
                  <a:endParaRPr lang="pt-BR"/>
                </a:p>
              </p:txBody>
            </p:sp>
            <p:sp>
              <p:nvSpPr>
                <p:cNvPr id="114" name="Forma Livre: Forma 113">
                  <a:extLst>
                    <a:ext uri="{FF2B5EF4-FFF2-40B4-BE49-F238E27FC236}">
                      <a16:creationId xmlns:a16="http://schemas.microsoft.com/office/drawing/2014/main" id="{4A1E91A9-F8F0-C088-6CAA-B6DA7CAC3758}"/>
                    </a:ext>
                  </a:extLst>
                </p:cNvPr>
                <p:cNvSpPr/>
                <p:nvPr/>
              </p:nvSpPr>
              <p:spPr>
                <a:xfrm>
                  <a:off x="2365040" y="5979872"/>
                  <a:ext cx="200768" cy="94456"/>
                </a:xfrm>
                <a:custGeom>
                  <a:avLst/>
                  <a:gdLst>
                    <a:gd name="csX0" fmla="*/ 0 w 200768"/>
                    <a:gd name="csY0" fmla="*/ 59511 h 94456"/>
                    <a:gd name="csX1" fmla="*/ 6427 w 200768"/>
                    <a:gd name="csY1" fmla="*/ 89973 h 94456"/>
                    <a:gd name="csX2" fmla="*/ 200768 w 200768"/>
                    <a:gd name="csY2" fmla="*/ 33033 h 94456"/>
                    <a:gd name="csX3" fmla="*/ 190614 w 200768"/>
                    <a:gd name="csY3" fmla="*/ 0 h 94456"/>
                    <a:gd name="csX4" fmla="*/ 0 w 200768"/>
                    <a:gd name="csY4" fmla="*/ 59639 h 94456"/>
                  </a:gdLst>
                  <a:ahLst/>
                  <a:cxnLst>
                    <a:cxn ang="0">
                      <a:pos x="csX0" y="csY0"/>
                    </a:cxn>
                    <a:cxn ang="0">
                      <a:pos x="csX1" y="csY1"/>
                    </a:cxn>
                    <a:cxn ang="0">
                      <a:pos x="csX2" y="csY2"/>
                    </a:cxn>
                    <a:cxn ang="0">
                      <a:pos x="csX3" y="csY3"/>
                    </a:cxn>
                    <a:cxn ang="0">
                      <a:pos x="csX4" y="csY4"/>
                    </a:cxn>
                  </a:cxnLst>
                  <a:rect l="l" t="t" r="r" b="b"/>
                  <a:pathLst>
                    <a:path w="200768" h="94456">
                      <a:moveTo>
                        <a:pt x="0" y="59511"/>
                      </a:moveTo>
                      <a:cubicBezTo>
                        <a:pt x="2185" y="69665"/>
                        <a:pt x="4242" y="79819"/>
                        <a:pt x="6427" y="89973"/>
                      </a:cubicBezTo>
                      <a:cubicBezTo>
                        <a:pt x="82390" y="107711"/>
                        <a:pt x="141386" y="69536"/>
                        <a:pt x="200768" y="33033"/>
                      </a:cubicBezTo>
                      <a:cubicBezTo>
                        <a:pt x="197426" y="21979"/>
                        <a:pt x="193956" y="10925"/>
                        <a:pt x="190614" y="0"/>
                      </a:cubicBezTo>
                      <a:cubicBezTo>
                        <a:pt x="127119" y="19923"/>
                        <a:pt x="63495" y="39717"/>
                        <a:pt x="0" y="59639"/>
                      </a:cubicBezTo>
                      <a:close/>
                    </a:path>
                  </a:pathLst>
                </a:custGeom>
                <a:solidFill>
                  <a:srgbClr val="114C8E"/>
                </a:solidFill>
                <a:ln w="0" cap="flat">
                  <a:noFill/>
                  <a:prstDash val="solid"/>
                  <a:miter/>
                </a:ln>
              </p:spPr>
              <p:txBody>
                <a:bodyPr/>
                <a:lstStyle/>
                <a:p>
                  <a:endParaRPr lang="pt-BR"/>
                </a:p>
              </p:txBody>
            </p:sp>
            <p:sp>
              <p:nvSpPr>
                <p:cNvPr id="115" name="Forma Livre: Forma 114">
                  <a:extLst>
                    <a:ext uri="{FF2B5EF4-FFF2-40B4-BE49-F238E27FC236}">
                      <a16:creationId xmlns:a16="http://schemas.microsoft.com/office/drawing/2014/main" id="{D46D18B2-A94B-4637-4C20-2F21D93D8BE1}"/>
                    </a:ext>
                  </a:extLst>
                </p:cNvPr>
                <p:cNvSpPr/>
                <p:nvPr/>
              </p:nvSpPr>
              <p:spPr>
                <a:xfrm>
                  <a:off x="4678758" y="6905693"/>
                  <a:ext cx="193465" cy="163940"/>
                </a:xfrm>
                <a:custGeom>
                  <a:avLst/>
                  <a:gdLst>
                    <a:gd name="csX0" fmla="*/ 188301 w 193465"/>
                    <a:gd name="csY0" fmla="*/ 128 h 163940"/>
                    <a:gd name="csX1" fmla="*/ 143314 w 193465"/>
                    <a:gd name="csY1" fmla="*/ 51670 h 163940"/>
                    <a:gd name="csX2" fmla="*/ 101541 w 193465"/>
                    <a:gd name="csY2" fmla="*/ 108996 h 163940"/>
                    <a:gd name="csX3" fmla="*/ 13882 w 193465"/>
                    <a:gd name="csY3" fmla="*/ 93315 h 163940"/>
                    <a:gd name="csX4" fmla="*/ 0 w 193465"/>
                    <a:gd name="csY4" fmla="*/ 132132 h 163940"/>
                    <a:gd name="csX5" fmla="*/ 85731 w 193465"/>
                    <a:gd name="csY5" fmla="*/ 162465 h 163940"/>
                    <a:gd name="csX6" fmla="*/ 188172 w 193465"/>
                    <a:gd name="csY6" fmla="*/ 0 h 1639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465" h="163940">
                      <a:moveTo>
                        <a:pt x="188301" y="128"/>
                      </a:moveTo>
                      <a:cubicBezTo>
                        <a:pt x="171720" y="19023"/>
                        <a:pt x="156681" y="34704"/>
                        <a:pt x="143314" y="51670"/>
                      </a:cubicBezTo>
                      <a:cubicBezTo>
                        <a:pt x="127762" y="71464"/>
                        <a:pt x="113623" y="92415"/>
                        <a:pt x="101541" y="108996"/>
                      </a:cubicBezTo>
                      <a:cubicBezTo>
                        <a:pt x="68637" y="103083"/>
                        <a:pt x="41259" y="98199"/>
                        <a:pt x="13882" y="93315"/>
                      </a:cubicBezTo>
                      <a:cubicBezTo>
                        <a:pt x="9254" y="106296"/>
                        <a:pt x="4627" y="119278"/>
                        <a:pt x="0" y="132132"/>
                      </a:cubicBezTo>
                      <a:cubicBezTo>
                        <a:pt x="28920" y="143186"/>
                        <a:pt x="64138" y="170563"/>
                        <a:pt x="85731" y="162465"/>
                      </a:cubicBezTo>
                      <a:cubicBezTo>
                        <a:pt x="161309" y="133931"/>
                        <a:pt x="210151" y="52441"/>
                        <a:pt x="188172" y="0"/>
                      </a:cubicBezTo>
                      <a:close/>
                    </a:path>
                  </a:pathLst>
                </a:custGeom>
                <a:solidFill>
                  <a:srgbClr val="114C8E"/>
                </a:solidFill>
                <a:ln w="0" cap="flat">
                  <a:noFill/>
                  <a:prstDash val="solid"/>
                  <a:miter/>
                </a:ln>
              </p:spPr>
              <p:txBody>
                <a:bodyPr/>
                <a:lstStyle/>
                <a:p>
                  <a:endParaRPr lang="pt-BR"/>
                </a:p>
              </p:txBody>
            </p:sp>
            <p:sp>
              <p:nvSpPr>
                <p:cNvPr id="116" name="Forma Livre: Forma 115">
                  <a:extLst>
                    <a:ext uri="{FF2B5EF4-FFF2-40B4-BE49-F238E27FC236}">
                      <a16:creationId xmlns:a16="http://schemas.microsoft.com/office/drawing/2014/main" id="{1B9482FC-29ED-8CE9-D266-354531FD490C}"/>
                    </a:ext>
                  </a:extLst>
                </p:cNvPr>
                <p:cNvSpPr/>
                <p:nvPr/>
              </p:nvSpPr>
              <p:spPr>
                <a:xfrm>
                  <a:off x="2619789" y="5994010"/>
                  <a:ext cx="378917" cy="918495"/>
                </a:xfrm>
                <a:custGeom>
                  <a:avLst/>
                  <a:gdLst>
                    <a:gd name="csX0" fmla="*/ 27766 w 378917"/>
                    <a:gd name="csY0" fmla="*/ 0 h 918495"/>
                    <a:gd name="csX1" fmla="*/ 3 w 378917"/>
                    <a:gd name="csY1" fmla="*/ 78405 h 918495"/>
                    <a:gd name="csX2" fmla="*/ 206169 w 378917"/>
                    <a:gd name="csY2" fmla="*/ 743434 h 918495"/>
                    <a:gd name="csX3" fmla="*/ 340614 w 378917"/>
                    <a:gd name="csY3" fmla="*/ 918495 h 918495"/>
                    <a:gd name="csX4" fmla="*/ 378917 w 378917"/>
                    <a:gd name="csY4" fmla="*/ 900244 h 918495"/>
                    <a:gd name="csX5" fmla="*/ 339072 w 378917"/>
                    <a:gd name="csY5" fmla="*/ 815026 h 918495"/>
                    <a:gd name="csX6" fmla="*/ 59128 w 378917"/>
                    <a:gd name="csY6" fmla="*/ 69279 h 918495"/>
                    <a:gd name="csX7" fmla="*/ 27766 w 378917"/>
                    <a:gd name="csY7" fmla="*/ 0 h 918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78917" h="918495">
                      <a:moveTo>
                        <a:pt x="27766" y="0"/>
                      </a:moveTo>
                      <a:cubicBezTo>
                        <a:pt x="18126" y="26092"/>
                        <a:pt x="-254" y="52441"/>
                        <a:pt x="3" y="78405"/>
                      </a:cubicBezTo>
                      <a:cubicBezTo>
                        <a:pt x="2188" y="319790"/>
                        <a:pt x="79436" y="539966"/>
                        <a:pt x="206169" y="743434"/>
                      </a:cubicBezTo>
                      <a:cubicBezTo>
                        <a:pt x="244858" y="805515"/>
                        <a:pt x="295499" y="860270"/>
                        <a:pt x="340614" y="918495"/>
                      </a:cubicBezTo>
                      <a:cubicBezTo>
                        <a:pt x="353339" y="912454"/>
                        <a:pt x="366064" y="906285"/>
                        <a:pt x="378917" y="900244"/>
                      </a:cubicBezTo>
                      <a:cubicBezTo>
                        <a:pt x="365935" y="871581"/>
                        <a:pt x="358224" y="838805"/>
                        <a:pt x="339072" y="815026"/>
                      </a:cubicBezTo>
                      <a:cubicBezTo>
                        <a:pt x="162211" y="596649"/>
                        <a:pt x="83035" y="343568"/>
                        <a:pt x="59128" y="69279"/>
                      </a:cubicBezTo>
                      <a:cubicBezTo>
                        <a:pt x="57071" y="45501"/>
                        <a:pt x="38691" y="23007"/>
                        <a:pt x="27766" y="0"/>
                      </a:cubicBezTo>
                      <a:close/>
                    </a:path>
                  </a:pathLst>
                </a:custGeom>
                <a:solidFill>
                  <a:srgbClr val="114C8E"/>
                </a:solidFill>
                <a:ln w="0" cap="flat">
                  <a:noFill/>
                  <a:prstDash val="solid"/>
                  <a:miter/>
                </a:ln>
              </p:spPr>
              <p:txBody>
                <a:bodyPr/>
                <a:lstStyle/>
                <a:p>
                  <a:endParaRPr lang="pt-BR"/>
                </a:p>
              </p:txBody>
            </p:sp>
            <p:sp>
              <p:nvSpPr>
                <p:cNvPr id="117" name="Forma Livre: Forma 116">
                  <a:extLst>
                    <a:ext uri="{FF2B5EF4-FFF2-40B4-BE49-F238E27FC236}">
                      <a16:creationId xmlns:a16="http://schemas.microsoft.com/office/drawing/2014/main" id="{4A9D1AB3-67BC-BC68-715A-99FED7F6795A}"/>
                    </a:ext>
                  </a:extLst>
                </p:cNvPr>
                <p:cNvSpPr/>
                <p:nvPr/>
              </p:nvSpPr>
              <p:spPr>
                <a:xfrm>
                  <a:off x="2626108" y="6795155"/>
                  <a:ext cx="133784" cy="173779"/>
                </a:xfrm>
                <a:custGeom>
                  <a:avLst/>
                  <a:gdLst>
                    <a:gd name="csX0" fmla="*/ 31729 w 133784"/>
                    <a:gd name="csY0" fmla="*/ 0 h 173779"/>
                    <a:gd name="csX1" fmla="*/ 367 w 133784"/>
                    <a:gd name="csY1" fmla="*/ 46657 h 173779"/>
                    <a:gd name="csX2" fmla="*/ 89569 w 133784"/>
                    <a:gd name="csY2" fmla="*/ 173005 h 173779"/>
                    <a:gd name="csX3" fmla="*/ 133784 w 133784"/>
                    <a:gd name="csY3" fmla="*/ 158481 h 173779"/>
                    <a:gd name="csX4" fmla="*/ 31600 w 133784"/>
                    <a:gd name="csY4" fmla="*/ 128 h 173779"/>
                  </a:gdLst>
                  <a:ahLst/>
                  <a:cxnLst>
                    <a:cxn ang="0">
                      <a:pos x="csX0" y="csY0"/>
                    </a:cxn>
                    <a:cxn ang="0">
                      <a:pos x="csX1" y="csY1"/>
                    </a:cxn>
                    <a:cxn ang="0">
                      <a:pos x="csX2" y="csY2"/>
                    </a:cxn>
                    <a:cxn ang="0">
                      <a:pos x="csX3" y="csY3"/>
                    </a:cxn>
                    <a:cxn ang="0">
                      <a:pos x="csX4" y="csY4"/>
                    </a:cxn>
                  </a:cxnLst>
                  <a:rect l="l" t="t" r="r" b="b"/>
                  <a:pathLst>
                    <a:path w="133784" h="173779">
                      <a:moveTo>
                        <a:pt x="31729" y="0"/>
                      </a:moveTo>
                      <a:cubicBezTo>
                        <a:pt x="15662" y="23136"/>
                        <a:pt x="-2846" y="41388"/>
                        <a:pt x="367" y="46657"/>
                      </a:cubicBezTo>
                      <a:cubicBezTo>
                        <a:pt x="27359" y="90487"/>
                        <a:pt x="57178" y="132903"/>
                        <a:pt x="89569" y="173005"/>
                      </a:cubicBezTo>
                      <a:cubicBezTo>
                        <a:pt x="92911" y="177118"/>
                        <a:pt x="118489" y="163751"/>
                        <a:pt x="133784" y="158481"/>
                      </a:cubicBezTo>
                      <a:cubicBezTo>
                        <a:pt x="101779" y="108867"/>
                        <a:pt x="69775" y="59254"/>
                        <a:pt x="31600" y="128"/>
                      </a:cubicBezTo>
                      <a:close/>
                    </a:path>
                  </a:pathLst>
                </a:custGeom>
                <a:solidFill>
                  <a:srgbClr val="114C8E"/>
                </a:solidFill>
                <a:ln w="0" cap="flat">
                  <a:noFill/>
                  <a:prstDash val="solid"/>
                  <a:miter/>
                </a:ln>
              </p:spPr>
              <p:txBody>
                <a:bodyPr/>
                <a:lstStyle/>
                <a:p>
                  <a:endParaRPr lang="pt-BR"/>
                </a:p>
              </p:txBody>
            </p:sp>
            <p:sp>
              <p:nvSpPr>
                <p:cNvPr id="118" name="Forma Livre: Forma 117">
                  <a:extLst>
                    <a:ext uri="{FF2B5EF4-FFF2-40B4-BE49-F238E27FC236}">
                      <a16:creationId xmlns:a16="http://schemas.microsoft.com/office/drawing/2014/main" id="{6CDFA045-9F2C-2C64-410D-7A03ADCF2C38}"/>
                    </a:ext>
                  </a:extLst>
                </p:cNvPr>
                <p:cNvSpPr/>
                <p:nvPr/>
              </p:nvSpPr>
              <p:spPr>
                <a:xfrm>
                  <a:off x="2749738" y="6986075"/>
                  <a:ext cx="142414" cy="101492"/>
                </a:xfrm>
                <a:custGeom>
                  <a:avLst/>
                  <a:gdLst>
                    <a:gd name="csX0" fmla="*/ 0 w 142414"/>
                    <a:gd name="csY0" fmla="*/ 50079 h 101492"/>
                    <a:gd name="csX1" fmla="*/ 122620 w 142414"/>
                    <a:gd name="csY1" fmla="*/ 101493 h 101492"/>
                    <a:gd name="csX2" fmla="*/ 142414 w 142414"/>
                    <a:gd name="csY2" fmla="*/ 69231 h 101492"/>
                    <a:gd name="csX3" fmla="*/ 55783 w 142414"/>
                    <a:gd name="csY3" fmla="*/ 209 h 101492"/>
                    <a:gd name="csX4" fmla="*/ 0 w 142414"/>
                    <a:gd name="csY4" fmla="*/ 50079 h 101492"/>
                  </a:gdLst>
                  <a:ahLst/>
                  <a:cxnLst>
                    <a:cxn ang="0">
                      <a:pos x="csX0" y="csY0"/>
                    </a:cxn>
                    <a:cxn ang="0">
                      <a:pos x="csX1" y="csY1"/>
                    </a:cxn>
                    <a:cxn ang="0">
                      <a:pos x="csX2" y="csY2"/>
                    </a:cxn>
                    <a:cxn ang="0">
                      <a:pos x="csX3" y="csY3"/>
                    </a:cxn>
                    <a:cxn ang="0">
                      <a:pos x="csX4" y="csY4"/>
                    </a:cxn>
                  </a:cxnLst>
                  <a:rect l="l" t="t" r="r" b="b"/>
                  <a:pathLst>
                    <a:path w="142414" h="101492">
                      <a:moveTo>
                        <a:pt x="0" y="50079"/>
                      </a:moveTo>
                      <a:cubicBezTo>
                        <a:pt x="49614" y="70902"/>
                        <a:pt x="86117" y="86197"/>
                        <a:pt x="122620" y="101493"/>
                      </a:cubicBezTo>
                      <a:cubicBezTo>
                        <a:pt x="129175" y="90696"/>
                        <a:pt x="135859" y="80028"/>
                        <a:pt x="142414" y="69231"/>
                      </a:cubicBezTo>
                      <a:cubicBezTo>
                        <a:pt x="114009" y="45452"/>
                        <a:pt x="87145" y="19360"/>
                        <a:pt x="55783" y="209"/>
                      </a:cubicBezTo>
                      <a:cubicBezTo>
                        <a:pt x="50899" y="-2748"/>
                        <a:pt x="26092" y="26301"/>
                        <a:pt x="0" y="50079"/>
                      </a:cubicBezTo>
                      <a:close/>
                    </a:path>
                  </a:pathLst>
                </a:custGeom>
                <a:solidFill>
                  <a:srgbClr val="114C8E"/>
                </a:solidFill>
                <a:ln w="0" cap="flat">
                  <a:noFill/>
                  <a:prstDash val="solid"/>
                  <a:miter/>
                </a:ln>
              </p:spPr>
              <p:txBody>
                <a:bodyPr/>
                <a:lstStyle/>
                <a:p>
                  <a:endParaRPr lang="pt-BR"/>
                </a:p>
              </p:txBody>
            </p:sp>
            <p:grpSp>
              <p:nvGrpSpPr>
                <p:cNvPr id="119" name="Gráfico 1">
                  <a:extLst>
                    <a:ext uri="{FF2B5EF4-FFF2-40B4-BE49-F238E27FC236}">
                      <a16:creationId xmlns:a16="http://schemas.microsoft.com/office/drawing/2014/main" id="{93634D77-9253-8379-3C88-6DCDEE0708A3}"/>
                    </a:ext>
                  </a:extLst>
                </p:cNvPr>
                <p:cNvGrpSpPr/>
                <p:nvPr/>
              </p:nvGrpSpPr>
              <p:grpSpPr>
                <a:xfrm>
                  <a:off x="2190180" y="4471527"/>
                  <a:ext cx="3181777" cy="3181707"/>
                  <a:chOff x="2190180" y="4471527"/>
                  <a:chExt cx="3181777" cy="3181707"/>
                </a:xfrm>
                <a:solidFill>
                  <a:srgbClr val="114C8E"/>
                </a:solidFill>
              </p:grpSpPr>
              <p:sp>
                <p:nvSpPr>
                  <p:cNvPr id="130" name="Forma Livre: Forma 129">
                    <a:extLst>
                      <a:ext uri="{FF2B5EF4-FFF2-40B4-BE49-F238E27FC236}">
                        <a16:creationId xmlns:a16="http://schemas.microsoft.com/office/drawing/2014/main" id="{65EBD8EB-C981-D621-0872-7767EC9BDC8A}"/>
                      </a:ext>
                    </a:extLst>
                  </p:cNvPr>
                  <p:cNvSpPr/>
                  <p:nvPr/>
                </p:nvSpPr>
                <p:spPr>
                  <a:xfrm>
                    <a:off x="2190180" y="4471527"/>
                    <a:ext cx="3181777" cy="3181707"/>
                  </a:xfrm>
                  <a:custGeom>
                    <a:avLst/>
                    <a:gdLst>
                      <a:gd name="csX0" fmla="*/ 3179570 w 3181777"/>
                      <a:gd name="csY0" fmla="*/ 1567984 h 3181707"/>
                      <a:gd name="csX1" fmla="*/ 1471370 w 3181777"/>
                      <a:gd name="csY1" fmla="*/ 3740 h 3181707"/>
                      <a:gd name="csX2" fmla="*/ 1212 w 3181777"/>
                      <a:gd name="csY2" fmla="*/ 1633021 h 3181707"/>
                      <a:gd name="csX3" fmla="*/ 1737176 w 3181777"/>
                      <a:gd name="csY3" fmla="*/ 3175800 h 3181707"/>
                      <a:gd name="csX4" fmla="*/ 3179570 w 3181777"/>
                      <a:gd name="csY4" fmla="*/ 1567984 h 3181707"/>
                      <a:gd name="csX5" fmla="*/ 2846928 w 3181777"/>
                      <a:gd name="csY5" fmla="*/ 712726 h 3181707"/>
                      <a:gd name="csX6" fmla="*/ 3048338 w 3181777"/>
                      <a:gd name="csY6" fmla="*/ 1147681 h 3181707"/>
                      <a:gd name="csX7" fmla="*/ 3006822 w 3181777"/>
                      <a:gd name="csY7" fmla="*/ 1286754 h 3181707"/>
                      <a:gd name="csX8" fmla="*/ 2915307 w 3181777"/>
                      <a:gd name="csY8" fmla="*/ 1369915 h 3181707"/>
                      <a:gd name="csX9" fmla="*/ 2827648 w 3181777"/>
                      <a:gd name="csY9" fmla="*/ 1271201 h 3181707"/>
                      <a:gd name="csX10" fmla="*/ 2757597 w 3181777"/>
                      <a:gd name="csY10" fmla="*/ 1283412 h 3181707"/>
                      <a:gd name="csX11" fmla="*/ 2757597 w 3181777"/>
                      <a:gd name="csY11" fmla="*/ 1284055 h 3181707"/>
                      <a:gd name="csX12" fmla="*/ 2757083 w 3181777"/>
                      <a:gd name="csY12" fmla="*/ 1284440 h 3181707"/>
                      <a:gd name="csX13" fmla="*/ 2757469 w 3181777"/>
                      <a:gd name="csY13" fmla="*/ 1283412 h 3181707"/>
                      <a:gd name="csX14" fmla="*/ 2309147 w 3181777"/>
                      <a:gd name="csY14" fmla="*/ 449106 h 3181707"/>
                      <a:gd name="csX15" fmla="*/ 2445391 w 3181777"/>
                      <a:gd name="csY15" fmla="*/ 327128 h 3181707"/>
                      <a:gd name="csX16" fmla="*/ 2846799 w 3181777"/>
                      <a:gd name="csY16" fmla="*/ 712726 h 3181707"/>
                      <a:gd name="csX17" fmla="*/ 2389480 w 3181777"/>
                      <a:gd name="csY17" fmla="*/ 295381 h 3181707"/>
                      <a:gd name="csX18" fmla="*/ 2286525 w 3181777"/>
                      <a:gd name="csY18" fmla="*/ 413374 h 3181707"/>
                      <a:gd name="csX19" fmla="*/ 1644375 w 3181777"/>
                      <a:gd name="csY19" fmla="*/ 94612 h 3181707"/>
                      <a:gd name="csX20" fmla="*/ 2389351 w 3181777"/>
                      <a:gd name="csY20" fmla="*/ 295381 h 3181707"/>
                      <a:gd name="csX21" fmla="*/ 1488079 w 3181777"/>
                      <a:gd name="csY21" fmla="*/ 84458 h 3181707"/>
                      <a:gd name="csX22" fmla="*/ 1500033 w 3181777"/>
                      <a:gd name="csY22" fmla="*/ 105666 h 3181707"/>
                      <a:gd name="csX23" fmla="*/ 902355 w 3181777"/>
                      <a:gd name="csY23" fmla="*/ 413888 h 3181707"/>
                      <a:gd name="csX24" fmla="*/ 794259 w 3181777"/>
                      <a:gd name="csY24" fmla="*/ 308619 h 3181707"/>
                      <a:gd name="csX25" fmla="*/ 1488079 w 3181777"/>
                      <a:gd name="csY25" fmla="*/ 84587 h 3181707"/>
                      <a:gd name="csX26" fmla="*/ 2251307 w 3181777"/>
                      <a:gd name="csY26" fmla="*/ 2944056 h 3181707"/>
                      <a:gd name="csX27" fmla="*/ 2200279 w 3181777"/>
                      <a:gd name="csY27" fmla="*/ 2970662 h 3181707"/>
                      <a:gd name="csX28" fmla="*/ 2195395 w 3181777"/>
                      <a:gd name="csY28" fmla="*/ 2972975 h 3181707"/>
                      <a:gd name="csX29" fmla="*/ 2169946 w 3181777"/>
                      <a:gd name="csY29" fmla="*/ 2984672 h 3181707"/>
                      <a:gd name="csX30" fmla="*/ 2164290 w 3181777"/>
                      <a:gd name="csY30" fmla="*/ 2987114 h 3181707"/>
                      <a:gd name="csX31" fmla="*/ 2137684 w 3181777"/>
                      <a:gd name="csY31" fmla="*/ 2998296 h 3181707"/>
                      <a:gd name="csX32" fmla="*/ 2133956 w 3181777"/>
                      <a:gd name="csY32" fmla="*/ 2999710 h 3181707"/>
                      <a:gd name="csX33" fmla="*/ 1972905 w 3181777"/>
                      <a:gd name="csY33" fmla="*/ 3050609 h 3181707"/>
                      <a:gd name="csX34" fmla="*/ 1969177 w 3181777"/>
                      <a:gd name="csY34" fmla="*/ 3051509 h 3181707"/>
                      <a:gd name="csX35" fmla="*/ 1937044 w 3181777"/>
                      <a:gd name="csY35" fmla="*/ 3058835 h 3181707"/>
                      <a:gd name="csX36" fmla="*/ 1933445 w 3181777"/>
                      <a:gd name="csY36" fmla="*/ 3059606 h 3181707"/>
                      <a:gd name="csX37" fmla="*/ 1715454 w 3181777"/>
                      <a:gd name="csY37" fmla="*/ 3090326 h 3181707"/>
                      <a:gd name="csX38" fmla="*/ 1714683 w 3181777"/>
                      <a:gd name="csY38" fmla="*/ 3090326 h 3181707"/>
                      <a:gd name="csX39" fmla="*/ 1677279 w 3181777"/>
                      <a:gd name="csY39" fmla="*/ 3092639 h 3181707"/>
                      <a:gd name="csX40" fmla="*/ 1677279 w 3181777"/>
                      <a:gd name="csY40" fmla="*/ 3092639 h 3181707"/>
                      <a:gd name="csX41" fmla="*/ 1677279 w 3181777"/>
                      <a:gd name="csY41" fmla="*/ 3092639 h 3181707"/>
                      <a:gd name="csX42" fmla="*/ 1404147 w 3181777"/>
                      <a:gd name="csY42" fmla="*/ 3083899 h 3181707"/>
                      <a:gd name="csX43" fmla="*/ 1403248 w 3181777"/>
                      <a:gd name="csY43" fmla="*/ 3083899 h 3181707"/>
                      <a:gd name="csX44" fmla="*/ 1368929 w 3181777"/>
                      <a:gd name="csY44" fmla="*/ 3079529 h 3181707"/>
                      <a:gd name="csX45" fmla="*/ 1368929 w 3181777"/>
                      <a:gd name="csY45" fmla="*/ 3079529 h 3181707"/>
                      <a:gd name="csX46" fmla="*/ 1234484 w 3181777"/>
                      <a:gd name="csY46" fmla="*/ 3054208 h 3181707"/>
                      <a:gd name="csX47" fmla="*/ 1233327 w 3181777"/>
                      <a:gd name="csY47" fmla="*/ 3053951 h 3181707"/>
                      <a:gd name="csX48" fmla="*/ 1077417 w 3181777"/>
                      <a:gd name="csY48" fmla="*/ 3005109 h 3181707"/>
                      <a:gd name="csX49" fmla="*/ 1075746 w 3181777"/>
                      <a:gd name="csY49" fmla="*/ 3004466 h 3181707"/>
                      <a:gd name="csX50" fmla="*/ 1047083 w 3181777"/>
                      <a:gd name="csY50" fmla="*/ 2992512 h 3181707"/>
                      <a:gd name="csX51" fmla="*/ 1047083 w 3181777"/>
                      <a:gd name="csY51" fmla="*/ 2992512 h 3181707"/>
                      <a:gd name="csX52" fmla="*/ 1047083 w 3181777"/>
                      <a:gd name="csY52" fmla="*/ 2992512 h 3181707"/>
                      <a:gd name="csX53" fmla="*/ 954797 w 3181777"/>
                      <a:gd name="csY53" fmla="*/ 2946112 h 3181707"/>
                      <a:gd name="csX54" fmla="*/ 706729 w 3181777"/>
                      <a:gd name="csY54" fmla="*/ 2798042 h 3181707"/>
                      <a:gd name="csX55" fmla="*/ 166377 w 3181777"/>
                      <a:gd name="csY55" fmla="*/ 1098839 h 3181707"/>
                      <a:gd name="csX56" fmla="*/ 277044 w 3181777"/>
                      <a:gd name="csY56" fmla="*/ 1440093 h 3181707"/>
                      <a:gd name="csX57" fmla="*/ 319331 w 3181777"/>
                      <a:gd name="csY57" fmla="*/ 1216832 h 3181707"/>
                      <a:gd name="csX58" fmla="*/ 222803 w 3181777"/>
                      <a:gd name="csY58" fmla="*/ 1074803 h 3181707"/>
                      <a:gd name="csX59" fmla="*/ 193240 w 3181777"/>
                      <a:gd name="csY59" fmla="*/ 1012079 h 3181707"/>
                      <a:gd name="csX60" fmla="*/ 586165 w 3181777"/>
                      <a:gd name="csY60" fmla="*/ 454376 h 3181707"/>
                      <a:gd name="csX61" fmla="*/ 739890 w 3181777"/>
                      <a:gd name="csY61" fmla="*/ 345637 h 3181707"/>
                      <a:gd name="csX62" fmla="*/ 879091 w 3181777"/>
                      <a:gd name="csY62" fmla="*/ 466586 h 3181707"/>
                      <a:gd name="csX63" fmla="*/ 459946 w 3181777"/>
                      <a:gd name="csY63" fmla="*/ 1204107 h 3181707"/>
                      <a:gd name="csX64" fmla="*/ 490279 w 3181777"/>
                      <a:gd name="csY64" fmla="*/ 1220817 h 3181707"/>
                      <a:gd name="csX65" fmla="*/ 533209 w 3181777"/>
                      <a:gd name="csY65" fmla="*/ 1143697 h 3181707"/>
                      <a:gd name="csX66" fmla="*/ 1072790 w 3181777"/>
                      <a:gd name="csY66" fmla="*/ 405790 h 3181707"/>
                      <a:gd name="csX67" fmla="*/ 1560443 w 3181777"/>
                      <a:gd name="csY67" fmla="*/ 161964 h 3181707"/>
                      <a:gd name="csX68" fmla="*/ 1624838 w 3181777"/>
                      <a:gd name="csY68" fmla="*/ 169033 h 3181707"/>
                      <a:gd name="csX69" fmla="*/ 1871878 w 3181777"/>
                      <a:gd name="csY69" fmla="*/ 272502 h 3181707"/>
                      <a:gd name="csX70" fmla="*/ 2676108 w 3181777"/>
                      <a:gd name="csY70" fmla="*/ 1269659 h 3181707"/>
                      <a:gd name="csX71" fmla="*/ 2674180 w 3181777"/>
                      <a:gd name="csY71" fmla="*/ 1790731 h 3181707"/>
                      <a:gd name="csX72" fmla="*/ 2665182 w 3181777"/>
                      <a:gd name="csY72" fmla="*/ 1868879 h 3181707"/>
                      <a:gd name="csX73" fmla="*/ 2758369 w 3181777"/>
                      <a:gd name="csY73" fmla="*/ 1297808 h 3181707"/>
                      <a:gd name="csX74" fmla="*/ 2757340 w 3181777"/>
                      <a:gd name="csY74" fmla="*/ 1297165 h 3181707"/>
                      <a:gd name="csX75" fmla="*/ 2758111 w 3181777"/>
                      <a:gd name="csY75" fmla="*/ 1296394 h 3181707"/>
                      <a:gd name="csX76" fmla="*/ 2758369 w 3181777"/>
                      <a:gd name="csY76" fmla="*/ 1297808 h 3181707"/>
                      <a:gd name="csX77" fmla="*/ 2829704 w 3181777"/>
                      <a:gd name="csY77" fmla="*/ 1350121 h 3181707"/>
                      <a:gd name="csX78" fmla="*/ 3008751 w 3181777"/>
                      <a:gd name="csY78" fmla="*/ 1376213 h 3181707"/>
                      <a:gd name="csX79" fmla="*/ 3088312 w 3181777"/>
                      <a:gd name="csY79" fmla="*/ 1331355 h 3181707"/>
                      <a:gd name="csX80" fmla="*/ 3089597 w 3181777"/>
                      <a:gd name="csY80" fmla="*/ 1340095 h 3181707"/>
                      <a:gd name="csX81" fmla="*/ 3088569 w 3181777"/>
                      <a:gd name="csY81" fmla="*/ 1333283 h 3181707"/>
                      <a:gd name="csX82" fmla="*/ 3057722 w 3181777"/>
                      <a:gd name="csY82" fmla="*/ 1978903 h 3181707"/>
                      <a:gd name="csX83" fmla="*/ 2501946 w 3181777"/>
                      <a:gd name="csY83" fmla="*/ 2800099 h 3181707"/>
                      <a:gd name="csX84" fmla="*/ 2494234 w 3181777"/>
                      <a:gd name="csY84" fmla="*/ 2799456 h 3181707"/>
                      <a:gd name="csX85" fmla="*/ 2498861 w 3181777"/>
                      <a:gd name="csY85" fmla="*/ 2796114 h 3181707"/>
                      <a:gd name="csX86" fmla="*/ 2251564 w 3181777"/>
                      <a:gd name="csY86" fmla="*/ 2944184 h 31817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Lst>
                    <a:rect l="l" t="t" r="r" b="b"/>
                    <a:pathLst>
                      <a:path w="3181777" h="3181707">
                        <a:moveTo>
                          <a:pt x="3179570" y="1567984"/>
                        </a:moveTo>
                        <a:cubicBezTo>
                          <a:pt x="3179956" y="554631"/>
                          <a:pt x="2306190" y="-53714"/>
                          <a:pt x="1471370" y="3740"/>
                        </a:cubicBezTo>
                        <a:cubicBezTo>
                          <a:pt x="629480" y="61708"/>
                          <a:pt x="-32206" y="793702"/>
                          <a:pt x="1212" y="1633021"/>
                        </a:cubicBezTo>
                        <a:cubicBezTo>
                          <a:pt x="34759" y="2475554"/>
                          <a:pt x="757628" y="3257675"/>
                          <a:pt x="1737176" y="3175800"/>
                        </a:cubicBezTo>
                        <a:cubicBezTo>
                          <a:pt x="2553487" y="3107549"/>
                          <a:pt x="3225328" y="2405246"/>
                          <a:pt x="3179570" y="1567984"/>
                        </a:cubicBezTo>
                        <a:close/>
                        <a:moveTo>
                          <a:pt x="2846928" y="712726"/>
                        </a:moveTo>
                        <a:cubicBezTo>
                          <a:pt x="2939857" y="845758"/>
                          <a:pt x="3008622" y="988686"/>
                          <a:pt x="3048338" y="1147681"/>
                        </a:cubicBezTo>
                        <a:cubicBezTo>
                          <a:pt x="3064405" y="1212205"/>
                          <a:pt x="3053865" y="1248965"/>
                          <a:pt x="3006822" y="1286754"/>
                        </a:cubicBezTo>
                        <a:cubicBezTo>
                          <a:pt x="2975589" y="1311818"/>
                          <a:pt x="2947440" y="1340481"/>
                          <a:pt x="2915307" y="1369915"/>
                        </a:cubicBezTo>
                        <a:cubicBezTo>
                          <a:pt x="2883817" y="1334054"/>
                          <a:pt x="2857210" y="1301278"/>
                          <a:pt x="2827648" y="1271201"/>
                        </a:cubicBezTo>
                        <a:cubicBezTo>
                          <a:pt x="2800142" y="1243053"/>
                          <a:pt x="2773278" y="1237654"/>
                          <a:pt x="2757597" y="1283412"/>
                        </a:cubicBezTo>
                        <a:cubicBezTo>
                          <a:pt x="2757597" y="1283669"/>
                          <a:pt x="2757597" y="1283798"/>
                          <a:pt x="2757597" y="1284055"/>
                        </a:cubicBezTo>
                        <a:cubicBezTo>
                          <a:pt x="2757597" y="1284055"/>
                          <a:pt x="2756826" y="1284826"/>
                          <a:pt x="2757083" y="1284440"/>
                        </a:cubicBezTo>
                        <a:cubicBezTo>
                          <a:pt x="2757083" y="1284055"/>
                          <a:pt x="2757340" y="1283798"/>
                          <a:pt x="2757469" y="1283412"/>
                        </a:cubicBezTo>
                        <a:cubicBezTo>
                          <a:pt x="2709783" y="953340"/>
                          <a:pt x="2543462" y="684321"/>
                          <a:pt x="2309147" y="449106"/>
                        </a:cubicBezTo>
                        <a:cubicBezTo>
                          <a:pt x="2356318" y="406818"/>
                          <a:pt x="2398348" y="369287"/>
                          <a:pt x="2445391" y="327128"/>
                        </a:cubicBezTo>
                        <a:cubicBezTo>
                          <a:pt x="2612998" y="422628"/>
                          <a:pt x="2739089" y="558487"/>
                          <a:pt x="2846799" y="712726"/>
                        </a:cubicBezTo>
                        <a:close/>
                        <a:moveTo>
                          <a:pt x="2389480" y="295381"/>
                        </a:moveTo>
                        <a:cubicBezTo>
                          <a:pt x="2350277" y="340367"/>
                          <a:pt x="2314931" y="380855"/>
                          <a:pt x="2286525" y="413374"/>
                        </a:cubicBezTo>
                        <a:cubicBezTo>
                          <a:pt x="2074574" y="308105"/>
                          <a:pt x="1869565" y="206307"/>
                          <a:pt x="1644375" y="94612"/>
                        </a:cubicBezTo>
                        <a:cubicBezTo>
                          <a:pt x="1829591" y="70063"/>
                          <a:pt x="2204521" y="179830"/>
                          <a:pt x="2389351" y="295381"/>
                        </a:cubicBezTo>
                        <a:close/>
                        <a:moveTo>
                          <a:pt x="1488079" y="84458"/>
                        </a:moveTo>
                        <a:cubicBezTo>
                          <a:pt x="1492064" y="91528"/>
                          <a:pt x="1496048" y="98597"/>
                          <a:pt x="1500033" y="105666"/>
                        </a:cubicBezTo>
                        <a:cubicBezTo>
                          <a:pt x="1305177" y="206179"/>
                          <a:pt x="1110193" y="306691"/>
                          <a:pt x="902355" y="413888"/>
                        </a:cubicBezTo>
                        <a:cubicBezTo>
                          <a:pt x="874978" y="387153"/>
                          <a:pt x="837960" y="351164"/>
                          <a:pt x="794259" y="308619"/>
                        </a:cubicBezTo>
                        <a:cubicBezTo>
                          <a:pt x="1007624" y="163763"/>
                          <a:pt x="1241682" y="105795"/>
                          <a:pt x="1488079" y="84587"/>
                        </a:cubicBezTo>
                        <a:close/>
                        <a:moveTo>
                          <a:pt x="2251307" y="2944056"/>
                        </a:moveTo>
                        <a:cubicBezTo>
                          <a:pt x="2234983" y="2953438"/>
                          <a:pt x="2217760" y="2962179"/>
                          <a:pt x="2200279" y="2970662"/>
                        </a:cubicBezTo>
                        <a:cubicBezTo>
                          <a:pt x="2198608" y="2971433"/>
                          <a:pt x="2197066" y="2972204"/>
                          <a:pt x="2195395" y="2972975"/>
                        </a:cubicBezTo>
                        <a:cubicBezTo>
                          <a:pt x="2187041" y="2976960"/>
                          <a:pt x="2178557" y="2980816"/>
                          <a:pt x="2169946" y="2984672"/>
                        </a:cubicBezTo>
                        <a:cubicBezTo>
                          <a:pt x="2168018" y="2985443"/>
                          <a:pt x="2166218" y="2986343"/>
                          <a:pt x="2164290" y="2987114"/>
                        </a:cubicBezTo>
                        <a:cubicBezTo>
                          <a:pt x="2155550" y="2990970"/>
                          <a:pt x="2146681" y="2994698"/>
                          <a:pt x="2137684" y="2998296"/>
                        </a:cubicBezTo>
                        <a:cubicBezTo>
                          <a:pt x="2136527" y="2998810"/>
                          <a:pt x="2135242" y="2999196"/>
                          <a:pt x="2133956" y="2999710"/>
                        </a:cubicBezTo>
                        <a:cubicBezTo>
                          <a:pt x="2083314" y="3019761"/>
                          <a:pt x="2029331" y="3036856"/>
                          <a:pt x="1972905" y="3050609"/>
                        </a:cubicBezTo>
                        <a:cubicBezTo>
                          <a:pt x="1971619" y="3050866"/>
                          <a:pt x="1970463" y="3051252"/>
                          <a:pt x="1969177" y="3051509"/>
                        </a:cubicBezTo>
                        <a:cubicBezTo>
                          <a:pt x="1958509" y="3054080"/>
                          <a:pt x="1947841" y="3056522"/>
                          <a:pt x="1937044" y="3058835"/>
                        </a:cubicBezTo>
                        <a:cubicBezTo>
                          <a:pt x="1935887" y="3059092"/>
                          <a:pt x="1934602" y="3059349"/>
                          <a:pt x="1933445" y="3059606"/>
                        </a:cubicBezTo>
                        <a:cubicBezTo>
                          <a:pt x="1863266" y="3074645"/>
                          <a:pt x="1789874" y="3085056"/>
                          <a:pt x="1715454" y="3090326"/>
                        </a:cubicBezTo>
                        <a:cubicBezTo>
                          <a:pt x="1715197" y="3090326"/>
                          <a:pt x="1714940" y="3090326"/>
                          <a:pt x="1714683" y="3090326"/>
                        </a:cubicBezTo>
                        <a:cubicBezTo>
                          <a:pt x="1702215" y="3091226"/>
                          <a:pt x="1689747" y="3091997"/>
                          <a:pt x="1677279" y="3092639"/>
                        </a:cubicBezTo>
                        <a:cubicBezTo>
                          <a:pt x="1677279" y="3092639"/>
                          <a:pt x="1677279" y="3092639"/>
                          <a:pt x="1677279" y="3092639"/>
                        </a:cubicBezTo>
                        <a:cubicBezTo>
                          <a:pt x="1677279" y="3092639"/>
                          <a:pt x="1677279" y="3092639"/>
                          <a:pt x="1677279" y="3092639"/>
                        </a:cubicBezTo>
                        <a:cubicBezTo>
                          <a:pt x="1586150" y="3097138"/>
                          <a:pt x="1493863" y="3094310"/>
                          <a:pt x="1404147" y="3083899"/>
                        </a:cubicBezTo>
                        <a:cubicBezTo>
                          <a:pt x="1403890" y="3083899"/>
                          <a:pt x="1403505" y="3083899"/>
                          <a:pt x="1403248" y="3083899"/>
                        </a:cubicBezTo>
                        <a:cubicBezTo>
                          <a:pt x="1391808" y="3082614"/>
                          <a:pt x="1380369" y="3081072"/>
                          <a:pt x="1368929" y="3079529"/>
                        </a:cubicBezTo>
                        <a:cubicBezTo>
                          <a:pt x="1368929" y="3079529"/>
                          <a:pt x="1368929" y="3079529"/>
                          <a:pt x="1368929" y="3079529"/>
                        </a:cubicBezTo>
                        <a:cubicBezTo>
                          <a:pt x="1323172" y="3073102"/>
                          <a:pt x="1278185" y="3064748"/>
                          <a:pt x="1234484" y="3054208"/>
                        </a:cubicBezTo>
                        <a:cubicBezTo>
                          <a:pt x="1234099" y="3054208"/>
                          <a:pt x="1233713" y="3054080"/>
                          <a:pt x="1233327" y="3053951"/>
                        </a:cubicBezTo>
                        <a:cubicBezTo>
                          <a:pt x="1178958" y="3040841"/>
                          <a:pt x="1126645" y="3024646"/>
                          <a:pt x="1077417" y="3005109"/>
                        </a:cubicBezTo>
                        <a:cubicBezTo>
                          <a:pt x="1076903" y="3004852"/>
                          <a:pt x="1076260" y="3004594"/>
                          <a:pt x="1075746" y="3004466"/>
                        </a:cubicBezTo>
                        <a:cubicBezTo>
                          <a:pt x="1066106" y="3000610"/>
                          <a:pt x="1056466" y="2996625"/>
                          <a:pt x="1047083" y="2992512"/>
                        </a:cubicBezTo>
                        <a:cubicBezTo>
                          <a:pt x="1047083" y="2992512"/>
                          <a:pt x="1047083" y="2992512"/>
                          <a:pt x="1047083" y="2992512"/>
                        </a:cubicBezTo>
                        <a:lnTo>
                          <a:pt x="1047083" y="2992512"/>
                        </a:lnTo>
                        <a:cubicBezTo>
                          <a:pt x="1014822" y="2978502"/>
                          <a:pt x="983845" y="2963078"/>
                          <a:pt x="954797" y="2946112"/>
                        </a:cubicBezTo>
                        <a:lnTo>
                          <a:pt x="706729" y="2798042"/>
                        </a:lnTo>
                        <a:cubicBezTo>
                          <a:pt x="211620" y="2458330"/>
                          <a:pt x="-62411" y="1741117"/>
                          <a:pt x="166377" y="1098839"/>
                        </a:cubicBezTo>
                        <a:cubicBezTo>
                          <a:pt x="268689" y="1191768"/>
                          <a:pt x="316375" y="1297294"/>
                          <a:pt x="277044" y="1440093"/>
                        </a:cubicBezTo>
                        <a:cubicBezTo>
                          <a:pt x="345551" y="1372357"/>
                          <a:pt x="360590" y="1290995"/>
                          <a:pt x="319331" y="1216832"/>
                        </a:cubicBezTo>
                        <a:cubicBezTo>
                          <a:pt x="291439" y="1166833"/>
                          <a:pt x="263162" y="1114006"/>
                          <a:pt x="222803" y="1074803"/>
                        </a:cubicBezTo>
                        <a:cubicBezTo>
                          <a:pt x="200052" y="1052696"/>
                          <a:pt x="192340" y="1032645"/>
                          <a:pt x="193240" y="1012079"/>
                        </a:cubicBezTo>
                        <a:cubicBezTo>
                          <a:pt x="280642" y="797173"/>
                          <a:pt x="415987" y="606815"/>
                          <a:pt x="586165" y="454376"/>
                        </a:cubicBezTo>
                        <a:cubicBezTo>
                          <a:pt x="633465" y="415173"/>
                          <a:pt x="684492" y="378798"/>
                          <a:pt x="739890" y="345637"/>
                        </a:cubicBezTo>
                        <a:cubicBezTo>
                          <a:pt x="784234" y="384197"/>
                          <a:pt x="829220" y="423271"/>
                          <a:pt x="879091" y="466586"/>
                        </a:cubicBezTo>
                        <a:cubicBezTo>
                          <a:pt x="659300" y="668254"/>
                          <a:pt x="512516" y="911567"/>
                          <a:pt x="459946" y="1204107"/>
                        </a:cubicBezTo>
                        <a:cubicBezTo>
                          <a:pt x="470100" y="1209634"/>
                          <a:pt x="480125" y="1215161"/>
                          <a:pt x="490279" y="1220817"/>
                        </a:cubicBezTo>
                        <a:cubicBezTo>
                          <a:pt x="504932" y="1195239"/>
                          <a:pt x="524983" y="1171203"/>
                          <a:pt x="533209" y="1143697"/>
                        </a:cubicBezTo>
                        <a:cubicBezTo>
                          <a:pt x="626396" y="835475"/>
                          <a:pt x="805313" y="583937"/>
                          <a:pt x="1072790" y="405790"/>
                        </a:cubicBezTo>
                        <a:cubicBezTo>
                          <a:pt x="1222788" y="305920"/>
                          <a:pt x="1396178" y="240240"/>
                          <a:pt x="1560443" y="161964"/>
                        </a:cubicBezTo>
                        <a:cubicBezTo>
                          <a:pt x="1577153" y="153994"/>
                          <a:pt x="1605173" y="161192"/>
                          <a:pt x="1624838" y="169033"/>
                        </a:cubicBezTo>
                        <a:cubicBezTo>
                          <a:pt x="1707870" y="201937"/>
                          <a:pt x="1790003" y="236770"/>
                          <a:pt x="1871878" y="272502"/>
                        </a:cubicBezTo>
                        <a:cubicBezTo>
                          <a:pt x="2315445" y="466586"/>
                          <a:pt x="2591019" y="800386"/>
                          <a:pt x="2676108" y="1269659"/>
                        </a:cubicBezTo>
                        <a:cubicBezTo>
                          <a:pt x="2706570" y="1437780"/>
                          <a:pt x="2677007" y="1616697"/>
                          <a:pt x="2674180" y="1790731"/>
                        </a:cubicBezTo>
                        <a:cubicBezTo>
                          <a:pt x="2673794" y="1815152"/>
                          <a:pt x="2668653" y="1839573"/>
                          <a:pt x="2665182" y="1868879"/>
                        </a:cubicBezTo>
                        <a:cubicBezTo>
                          <a:pt x="2764024" y="1826977"/>
                          <a:pt x="2805412" y="1546262"/>
                          <a:pt x="2758369" y="1297808"/>
                        </a:cubicBezTo>
                        <a:cubicBezTo>
                          <a:pt x="2757983" y="1297551"/>
                          <a:pt x="2757726" y="1297294"/>
                          <a:pt x="2757340" y="1297165"/>
                        </a:cubicBezTo>
                        <a:lnTo>
                          <a:pt x="2758111" y="1296394"/>
                        </a:lnTo>
                        <a:cubicBezTo>
                          <a:pt x="2758111" y="1296394"/>
                          <a:pt x="2758240" y="1297294"/>
                          <a:pt x="2758369" y="1297808"/>
                        </a:cubicBezTo>
                        <a:cubicBezTo>
                          <a:pt x="2782533" y="1314903"/>
                          <a:pt x="2810296" y="1328784"/>
                          <a:pt x="2829704" y="1350121"/>
                        </a:cubicBezTo>
                        <a:cubicBezTo>
                          <a:pt x="2899883" y="1426598"/>
                          <a:pt x="2923790" y="1431482"/>
                          <a:pt x="3008751" y="1376213"/>
                        </a:cubicBezTo>
                        <a:cubicBezTo>
                          <a:pt x="3025331" y="1365416"/>
                          <a:pt x="3071603" y="1344594"/>
                          <a:pt x="3088312" y="1331355"/>
                        </a:cubicBezTo>
                        <a:cubicBezTo>
                          <a:pt x="3088826" y="1334311"/>
                          <a:pt x="3089212" y="1337267"/>
                          <a:pt x="3089597" y="1340095"/>
                        </a:cubicBezTo>
                        <a:cubicBezTo>
                          <a:pt x="3089212" y="1337910"/>
                          <a:pt x="3088955" y="1335596"/>
                          <a:pt x="3088569" y="1333283"/>
                        </a:cubicBezTo>
                        <a:cubicBezTo>
                          <a:pt x="3122502" y="1518241"/>
                          <a:pt x="3118389" y="1747158"/>
                          <a:pt x="3057722" y="1978903"/>
                        </a:cubicBezTo>
                        <a:cubicBezTo>
                          <a:pt x="2981501" y="2278384"/>
                          <a:pt x="2811067" y="2577737"/>
                          <a:pt x="2501946" y="2800099"/>
                        </a:cubicBezTo>
                        <a:lnTo>
                          <a:pt x="2494234" y="2799456"/>
                        </a:lnTo>
                        <a:cubicBezTo>
                          <a:pt x="2495776" y="2798299"/>
                          <a:pt x="2497319" y="2797271"/>
                          <a:pt x="2498861" y="2796114"/>
                        </a:cubicBezTo>
                        <a:lnTo>
                          <a:pt x="2251564" y="2944184"/>
                        </a:lnTo>
                        <a:close/>
                      </a:path>
                    </a:pathLst>
                  </a:custGeom>
                  <a:solidFill>
                    <a:srgbClr val="114C8E"/>
                  </a:solidFill>
                  <a:ln w="0" cap="flat">
                    <a:noFill/>
                    <a:prstDash val="solid"/>
                    <a:miter/>
                  </a:ln>
                </p:spPr>
                <p:txBody>
                  <a:bodyPr/>
                  <a:lstStyle/>
                  <a:p>
                    <a:endParaRPr lang="pt-BR"/>
                  </a:p>
                </p:txBody>
              </p:sp>
              <p:sp>
                <p:nvSpPr>
                  <p:cNvPr id="131" name="Forma Livre: Forma 130">
                    <a:extLst>
                      <a:ext uri="{FF2B5EF4-FFF2-40B4-BE49-F238E27FC236}">
                        <a16:creationId xmlns:a16="http://schemas.microsoft.com/office/drawing/2014/main" id="{220285FE-8B73-D3CC-40A7-6D0D2B72FF12}"/>
                      </a:ext>
                    </a:extLst>
                  </p:cNvPr>
                  <p:cNvSpPr/>
                  <p:nvPr/>
                </p:nvSpPr>
                <p:spPr>
                  <a:xfrm>
                    <a:off x="4806262" y="5070738"/>
                    <a:ext cx="196398" cy="217175"/>
                  </a:xfrm>
                  <a:custGeom>
                    <a:avLst/>
                    <a:gdLst>
                      <a:gd name="csX0" fmla="*/ 0 w 196398"/>
                      <a:gd name="csY0" fmla="*/ 23928 h 217175"/>
                      <a:gd name="csX1" fmla="*/ 26863 w 196398"/>
                      <a:gd name="csY1" fmla="*/ 55161 h 217175"/>
                      <a:gd name="csX2" fmla="*/ 108610 w 196398"/>
                      <a:gd name="csY2" fmla="*/ 177139 h 217175"/>
                      <a:gd name="csX3" fmla="*/ 152183 w 196398"/>
                      <a:gd name="csY3" fmla="*/ 216856 h 217175"/>
                      <a:gd name="csX4" fmla="*/ 196398 w 196398"/>
                      <a:gd name="csY4" fmla="*/ 185622 h 217175"/>
                      <a:gd name="csX5" fmla="*/ 38688 w 196398"/>
                      <a:gd name="csY5" fmla="*/ 149 h 217175"/>
                      <a:gd name="csX6" fmla="*/ 0 w 196398"/>
                      <a:gd name="csY6" fmla="*/ 23799 h 2171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6398" h="217175">
                        <a:moveTo>
                          <a:pt x="0" y="23928"/>
                        </a:moveTo>
                        <a:cubicBezTo>
                          <a:pt x="8869" y="34596"/>
                          <a:pt x="15553" y="49120"/>
                          <a:pt x="26863" y="55161"/>
                        </a:cubicBezTo>
                        <a:cubicBezTo>
                          <a:pt x="76606" y="81768"/>
                          <a:pt x="103212" y="125983"/>
                          <a:pt x="108610" y="177139"/>
                        </a:cubicBezTo>
                        <a:cubicBezTo>
                          <a:pt x="110281" y="192434"/>
                          <a:pt x="134445" y="209529"/>
                          <a:pt x="152183" y="216856"/>
                        </a:cubicBezTo>
                        <a:cubicBezTo>
                          <a:pt x="159638" y="219940"/>
                          <a:pt x="176990" y="200018"/>
                          <a:pt x="196398" y="185622"/>
                        </a:cubicBezTo>
                        <a:cubicBezTo>
                          <a:pt x="141515" y="119942"/>
                          <a:pt x="91130" y="59146"/>
                          <a:pt x="38688" y="149"/>
                        </a:cubicBezTo>
                        <a:cubicBezTo>
                          <a:pt x="37017" y="-1779"/>
                          <a:pt x="13368" y="15445"/>
                          <a:pt x="0" y="23799"/>
                        </a:cubicBezTo>
                        <a:close/>
                      </a:path>
                    </a:pathLst>
                  </a:custGeom>
                  <a:solidFill>
                    <a:srgbClr val="114C8E"/>
                  </a:solidFill>
                  <a:ln w="0" cap="flat">
                    <a:noFill/>
                    <a:prstDash val="solid"/>
                    <a:miter/>
                  </a:ln>
                </p:spPr>
                <p:txBody>
                  <a:bodyPr/>
                  <a:lstStyle/>
                  <a:p>
                    <a:endParaRPr lang="pt-BR"/>
                  </a:p>
                </p:txBody>
              </p:sp>
              <p:sp>
                <p:nvSpPr>
                  <p:cNvPr id="132" name="Forma Livre: Forma 131">
                    <a:extLst>
                      <a:ext uri="{FF2B5EF4-FFF2-40B4-BE49-F238E27FC236}">
                        <a16:creationId xmlns:a16="http://schemas.microsoft.com/office/drawing/2014/main" id="{02D61B66-F2DE-08AB-074D-44251C1B8AE6}"/>
                      </a:ext>
                    </a:extLst>
                  </p:cNvPr>
                  <p:cNvSpPr/>
                  <p:nvPr/>
                </p:nvSpPr>
                <p:spPr>
                  <a:xfrm>
                    <a:off x="5279391" y="5811622"/>
                    <a:ext cx="4241" cy="29434"/>
                  </a:xfrm>
                  <a:custGeom>
                    <a:avLst/>
                    <a:gdLst>
                      <a:gd name="csX0" fmla="*/ 0 w 4241"/>
                      <a:gd name="csY0" fmla="*/ 0 h 29434"/>
                      <a:gd name="csX1" fmla="*/ 4242 w 4241"/>
                      <a:gd name="csY1" fmla="*/ 29434 h 29434"/>
                      <a:gd name="csX2" fmla="*/ 0 w 4241"/>
                      <a:gd name="csY2" fmla="*/ 0 h 29434"/>
                    </a:gdLst>
                    <a:ahLst/>
                    <a:cxnLst>
                      <a:cxn ang="0">
                        <a:pos x="csX0" y="csY0"/>
                      </a:cxn>
                      <a:cxn ang="0">
                        <a:pos x="csX1" y="csY1"/>
                      </a:cxn>
                      <a:cxn ang="0">
                        <a:pos x="csX2" y="csY2"/>
                      </a:cxn>
                    </a:cxnLst>
                    <a:rect l="l" t="t" r="r" b="b"/>
                    <a:pathLst>
                      <a:path w="4241" h="29434">
                        <a:moveTo>
                          <a:pt x="0" y="0"/>
                        </a:moveTo>
                        <a:cubicBezTo>
                          <a:pt x="1542" y="9768"/>
                          <a:pt x="2828" y="19537"/>
                          <a:pt x="4242" y="29434"/>
                        </a:cubicBezTo>
                        <a:cubicBezTo>
                          <a:pt x="2956" y="19537"/>
                          <a:pt x="1542" y="9768"/>
                          <a:pt x="0" y="0"/>
                        </a:cubicBezTo>
                        <a:close/>
                      </a:path>
                    </a:pathLst>
                  </a:custGeom>
                  <a:solidFill>
                    <a:srgbClr val="114C8E"/>
                  </a:solidFill>
                  <a:ln w="0" cap="flat">
                    <a:noFill/>
                    <a:prstDash val="solid"/>
                    <a:miter/>
                  </a:ln>
                </p:spPr>
                <p:txBody>
                  <a:bodyPr/>
                  <a:lstStyle/>
                  <a:p>
                    <a:endParaRPr lang="pt-BR"/>
                  </a:p>
                </p:txBody>
              </p:sp>
              <p:sp>
                <p:nvSpPr>
                  <p:cNvPr id="133" name="Forma Livre: Forma 132">
                    <a:extLst>
                      <a:ext uri="{FF2B5EF4-FFF2-40B4-BE49-F238E27FC236}">
                        <a16:creationId xmlns:a16="http://schemas.microsoft.com/office/drawing/2014/main" id="{0D76BB84-4D58-DDBE-5DE9-1C4905533A04}"/>
                      </a:ext>
                    </a:extLst>
                  </p:cNvPr>
                  <p:cNvSpPr/>
                  <p:nvPr/>
                </p:nvSpPr>
                <p:spPr>
                  <a:xfrm>
                    <a:off x="5270522" y="5841185"/>
                    <a:ext cx="28148" cy="503334"/>
                  </a:xfrm>
                  <a:custGeom>
                    <a:avLst/>
                    <a:gdLst>
                      <a:gd name="csX0" fmla="*/ 129 w 28148"/>
                      <a:gd name="csY0" fmla="*/ 503334 h 503334"/>
                      <a:gd name="csX1" fmla="*/ 28149 w 28148"/>
                      <a:gd name="csY1" fmla="*/ 212208 h 503334"/>
                      <a:gd name="csX2" fmla="*/ 12982 w 28148"/>
                      <a:gd name="csY2" fmla="*/ 0 h 503334"/>
                      <a:gd name="csX3" fmla="*/ 0 w 28148"/>
                      <a:gd name="csY3" fmla="*/ 503334 h 503334"/>
                    </a:gdLst>
                    <a:ahLst/>
                    <a:cxnLst>
                      <a:cxn ang="0">
                        <a:pos x="csX0" y="csY0"/>
                      </a:cxn>
                      <a:cxn ang="0">
                        <a:pos x="csX1" y="csY1"/>
                      </a:cxn>
                      <a:cxn ang="0">
                        <a:pos x="csX2" y="csY2"/>
                      </a:cxn>
                      <a:cxn ang="0">
                        <a:pos x="csX3" y="csY3"/>
                      </a:cxn>
                    </a:cxnLst>
                    <a:rect l="l" t="t" r="r" b="b"/>
                    <a:pathLst>
                      <a:path w="28148" h="503334">
                        <a:moveTo>
                          <a:pt x="129" y="503334"/>
                        </a:moveTo>
                        <a:cubicBezTo>
                          <a:pt x="18509" y="409120"/>
                          <a:pt x="28149" y="311821"/>
                          <a:pt x="28149" y="212208"/>
                        </a:cubicBezTo>
                        <a:cubicBezTo>
                          <a:pt x="28149" y="140101"/>
                          <a:pt x="22751" y="69279"/>
                          <a:pt x="12982" y="0"/>
                        </a:cubicBezTo>
                        <a:cubicBezTo>
                          <a:pt x="33547" y="154111"/>
                          <a:pt x="32262" y="327116"/>
                          <a:pt x="0" y="503334"/>
                        </a:cubicBezTo>
                        <a:close/>
                      </a:path>
                    </a:pathLst>
                  </a:custGeom>
                  <a:solidFill>
                    <a:srgbClr val="114C8E"/>
                  </a:solidFill>
                  <a:ln w="0" cap="flat">
                    <a:noFill/>
                    <a:prstDash val="solid"/>
                    <a:miter/>
                  </a:ln>
                </p:spPr>
                <p:txBody>
                  <a:bodyPr/>
                  <a:lstStyle/>
                  <a:p>
                    <a:endParaRPr lang="pt-BR"/>
                  </a:p>
                </p:txBody>
              </p:sp>
              <p:sp>
                <p:nvSpPr>
                  <p:cNvPr id="134" name="Forma Livre: Forma 133">
                    <a:extLst>
                      <a:ext uri="{FF2B5EF4-FFF2-40B4-BE49-F238E27FC236}">
                        <a16:creationId xmlns:a16="http://schemas.microsoft.com/office/drawing/2014/main" id="{55A1C230-F6AC-8BEC-403D-5621D9C8C08E}"/>
                      </a:ext>
                    </a:extLst>
                  </p:cNvPr>
                  <p:cNvSpPr/>
                  <p:nvPr/>
                </p:nvSpPr>
                <p:spPr>
                  <a:xfrm>
                    <a:off x="5043662" y="5450424"/>
                    <a:ext cx="155139" cy="154389"/>
                  </a:xfrm>
                  <a:custGeom>
                    <a:avLst/>
                    <a:gdLst>
                      <a:gd name="csX0" fmla="*/ 0 w 155139"/>
                      <a:gd name="csY0" fmla="*/ 7733 h 154389"/>
                      <a:gd name="csX1" fmla="*/ 155139 w 155139"/>
                      <a:gd name="csY1" fmla="*/ 154389 h 154389"/>
                      <a:gd name="csX2" fmla="*/ 0 w 155139"/>
                      <a:gd name="csY2" fmla="*/ 7733 h 154389"/>
                    </a:gdLst>
                    <a:ahLst/>
                    <a:cxnLst>
                      <a:cxn ang="0">
                        <a:pos x="csX0" y="csY0"/>
                      </a:cxn>
                      <a:cxn ang="0">
                        <a:pos x="csX1" y="csY1"/>
                      </a:cxn>
                      <a:cxn ang="0">
                        <a:pos x="csX2" y="csY2"/>
                      </a:cxn>
                    </a:cxnLst>
                    <a:rect l="l" t="t" r="r" b="b"/>
                    <a:pathLst>
                      <a:path w="155139" h="154389">
                        <a:moveTo>
                          <a:pt x="0" y="7733"/>
                        </a:moveTo>
                        <a:cubicBezTo>
                          <a:pt x="49614" y="54648"/>
                          <a:pt x="97685" y="100020"/>
                          <a:pt x="155139" y="154389"/>
                        </a:cubicBezTo>
                        <a:cubicBezTo>
                          <a:pt x="102274" y="28427"/>
                          <a:pt x="50552" y="-20458"/>
                          <a:pt x="0" y="7733"/>
                        </a:cubicBezTo>
                        <a:close/>
                      </a:path>
                    </a:pathLst>
                  </a:custGeom>
                  <a:solidFill>
                    <a:srgbClr val="114C8E"/>
                  </a:solidFill>
                  <a:ln w="0" cap="flat">
                    <a:noFill/>
                    <a:prstDash val="solid"/>
                    <a:miter/>
                  </a:ln>
                </p:spPr>
                <p:txBody>
                  <a:bodyPr/>
                  <a:lstStyle/>
                  <a:p>
                    <a:endParaRPr lang="pt-BR"/>
                  </a:p>
                </p:txBody>
              </p:sp>
              <p:sp>
                <p:nvSpPr>
                  <p:cNvPr id="135" name="Forma Livre: Forma 134">
                    <a:extLst>
                      <a:ext uri="{FF2B5EF4-FFF2-40B4-BE49-F238E27FC236}">
                        <a16:creationId xmlns:a16="http://schemas.microsoft.com/office/drawing/2014/main" id="{A9DEDF57-F573-6A22-1539-C95E964474A1}"/>
                      </a:ext>
                    </a:extLst>
                  </p:cNvPr>
                  <p:cNvSpPr/>
                  <p:nvPr/>
                </p:nvSpPr>
                <p:spPr>
                  <a:xfrm>
                    <a:off x="4745852" y="4884001"/>
                    <a:ext cx="484954" cy="720040"/>
                  </a:xfrm>
                  <a:custGeom>
                    <a:avLst/>
                    <a:gdLst>
                      <a:gd name="csX0" fmla="*/ 484954 w 484954"/>
                      <a:gd name="csY0" fmla="*/ 719912 h 720040"/>
                      <a:gd name="csX1" fmla="*/ 291255 w 484954"/>
                      <a:gd name="csY1" fmla="*/ 312720 h 720040"/>
                      <a:gd name="csX2" fmla="*/ 0 w 484954"/>
                      <a:gd name="csY2" fmla="*/ 0 h 720040"/>
                      <a:gd name="csX3" fmla="*/ 484954 w 484954"/>
                      <a:gd name="csY3" fmla="*/ 720041 h 720040"/>
                    </a:gdLst>
                    <a:ahLst/>
                    <a:cxnLst>
                      <a:cxn ang="0">
                        <a:pos x="csX0" y="csY0"/>
                      </a:cxn>
                      <a:cxn ang="0">
                        <a:pos x="csX1" y="csY1"/>
                      </a:cxn>
                      <a:cxn ang="0">
                        <a:pos x="csX2" y="csY2"/>
                      </a:cxn>
                      <a:cxn ang="0">
                        <a:pos x="csX3" y="csY3"/>
                      </a:cxn>
                    </a:cxnLst>
                    <a:rect l="l" t="t" r="r" b="b"/>
                    <a:pathLst>
                      <a:path w="484954" h="720040">
                        <a:moveTo>
                          <a:pt x="484954" y="719912"/>
                        </a:moveTo>
                        <a:cubicBezTo>
                          <a:pt x="444338" y="572099"/>
                          <a:pt x="378658" y="437911"/>
                          <a:pt x="291255" y="312720"/>
                        </a:cubicBezTo>
                        <a:cubicBezTo>
                          <a:pt x="208480" y="194342"/>
                          <a:pt x="114908" y="86760"/>
                          <a:pt x="0" y="0"/>
                        </a:cubicBezTo>
                        <a:cubicBezTo>
                          <a:pt x="225447" y="185344"/>
                          <a:pt x="396267" y="434569"/>
                          <a:pt x="484954" y="720041"/>
                        </a:cubicBezTo>
                        <a:close/>
                      </a:path>
                    </a:pathLst>
                  </a:custGeom>
                  <a:solidFill>
                    <a:srgbClr val="114C8E"/>
                  </a:solidFill>
                  <a:ln w="0" cap="flat">
                    <a:noFill/>
                    <a:prstDash val="solid"/>
                    <a:miter/>
                  </a:ln>
                </p:spPr>
                <p:txBody>
                  <a:bodyPr/>
                  <a:lstStyle/>
                  <a:p>
                    <a:endParaRPr lang="pt-BR"/>
                  </a:p>
                </p:txBody>
              </p:sp>
              <p:sp>
                <p:nvSpPr>
                  <p:cNvPr id="136" name="Forma Livre: Forma 135">
                    <a:extLst>
                      <a:ext uri="{FF2B5EF4-FFF2-40B4-BE49-F238E27FC236}">
                        <a16:creationId xmlns:a16="http://schemas.microsoft.com/office/drawing/2014/main" id="{C4F404E1-36A0-F8F9-FDB9-3E7D2EC24B54}"/>
                      </a:ext>
                    </a:extLst>
                  </p:cNvPr>
                  <p:cNvSpPr/>
                  <p:nvPr/>
                </p:nvSpPr>
                <p:spPr>
                  <a:xfrm>
                    <a:off x="3236877" y="7464040"/>
                    <a:ext cx="533025" cy="102311"/>
                  </a:xfrm>
                  <a:custGeom>
                    <a:avLst/>
                    <a:gdLst>
                      <a:gd name="csX0" fmla="*/ 128 w 533025"/>
                      <a:gd name="csY0" fmla="*/ 128 h 102311"/>
                      <a:gd name="csX1" fmla="*/ 128 w 533025"/>
                      <a:gd name="csY1" fmla="*/ 128 h 102311"/>
                      <a:gd name="csX2" fmla="*/ 28791 w 533025"/>
                      <a:gd name="csY2" fmla="*/ 12082 h 102311"/>
                      <a:gd name="csX3" fmla="*/ 30462 w 533025"/>
                      <a:gd name="csY3" fmla="*/ 12725 h 102311"/>
                      <a:gd name="csX4" fmla="*/ 186373 w 533025"/>
                      <a:gd name="csY4" fmla="*/ 61567 h 102311"/>
                      <a:gd name="csX5" fmla="*/ 187529 w 533025"/>
                      <a:gd name="csY5" fmla="*/ 61824 h 102311"/>
                      <a:gd name="csX6" fmla="*/ 321975 w 533025"/>
                      <a:gd name="csY6" fmla="*/ 87145 h 102311"/>
                      <a:gd name="csX7" fmla="*/ 321975 w 533025"/>
                      <a:gd name="csY7" fmla="*/ 87145 h 102311"/>
                      <a:gd name="csX8" fmla="*/ 356293 w 533025"/>
                      <a:gd name="csY8" fmla="*/ 91515 h 102311"/>
                      <a:gd name="csX9" fmla="*/ 357192 w 533025"/>
                      <a:gd name="csY9" fmla="*/ 91515 h 102311"/>
                      <a:gd name="csX10" fmla="*/ 533025 w 533025"/>
                      <a:gd name="csY10" fmla="*/ 102312 h 102311"/>
                      <a:gd name="csX11" fmla="*/ 0 w 533025"/>
                      <a:gd name="csY11" fmla="*/ 0 h 1023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33025" h="102311">
                        <a:moveTo>
                          <a:pt x="128" y="128"/>
                        </a:moveTo>
                        <a:cubicBezTo>
                          <a:pt x="128" y="128"/>
                          <a:pt x="128" y="128"/>
                          <a:pt x="128" y="128"/>
                        </a:cubicBezTo>
                        <a:cubicBezTo>
                          <a:pt x="9511" y="4241"/>
                          <a:pt x="19151" y="8226"/>
                          <a:pt x="28791" y="12082"/>
                        </a:cubicBezTo>
                        <a:cubicBezTo>
                          <a:pt x="29305" y="12339"/>
                          <a:pt x="29948" y="12596"/>
                          <a:pt x="30462" y="12725"/>
                        </a:cubicBezTo>
                        <a:cubicBezTo>
                          <a:pt x="79819" y="32262"/>
                          <a:pt x="132003" y="48585"/>
                          <a:pt x="186373" y="61567"/>
                        </a:cubicBezTo>
                        <a:cubicBezTo>
                          <a:pt x="186758" y="61567"/>
                          <a:pt x="187144" y="61696"/>
                          <a:pt x="187529" y="61824"/>
                        </a:cubicBezTo>
                        <a:cubicBezTo>
                          <a:pt x="231231" y="72235"/>
                          <a:pt x="276217" y="80719"/>
                          <a:pt x="321975" y="87145"/>
                        </a:cubicBezTo>
                        <a:cubicBezTo>
                          <a:pt x="321975" y="87145"/>
                          <a:pt x="321975" y="87145"/>
                          <a:pt x="321975" y="87145"/>
                        </a:cubicBezTo>
                        <a:cubicBezTo>
                          <a:pt x="333414" y="88688"/>
                          <a:pt x="344853" y="90230"/>
                          <a:pt x="356293" y="91515"/>
                        </a:cubicBezTo>
                        <a:cubicBezTo>
                          <a:pt x="356550" y="91515"/>
                          <a:pt x="356936" y="91515"/>
                          <a:pt x="357192" y="91515"/>
                        </a:cubicBezTo>
                        <a:cubicBezTo>
                          <a:pt x="415032" y="98199"/>
                          <a:pt x="474029" y="101798"/>
                          <a:pt x="533025" y="102312"/>
                        </a:cubicBezTo>
                        <a:cubicBezTo>
                          <a:pt x="345110" y="100384"/>
                          <a:pt x="165550" y="64395"/>
                          <a:pt x="0" y="0"/>
                        </a:cubicBezTo>
                        <a:close/>
                      </a:path>
                    </a:pathLst>
                  </a:custGeom>
                  <a:solidFill>
                    <a:srgbClr val="114C8E"/>
                  </a:solidFill>
                  <a:ln w="0" cap="flat">
                    <a:noFill/>
                    <a:prstDash val="solid"/>
                    <a:miter/>
                  </a:ln>
                </p:spPr>
                <p:txBody>
                  <a:bodyPr/>
                  <a:lstStyle/>
                  <a:p>
                    <a:endParaRPr lang="pt-BR"/>
                  </a:p>
                </p:txBody>
              </p:sp>
              <p:sp>
                <p:nvSpPr>
                  <p:cNvPr id="137" name="Forma Livre: Forma 136">
                    <a:extLst>
                      <a:ext uri="{FF2B5EF4-FFF2-40B4-BE49-F238E27FC236}">
                        <a16:creationId xmlns:a16="http://schemas.microsoft.com/office/drawing/2014/main" id="{17B85031-8230-E67F-4F52-FB41EFB815F4}"/>
                      </a:ext>
                    </a:extLst>
                  </p:cNvPr>
                  <p:cNvSpPr/>
                  <p:nvPr/>
                </p:nvSpPr>
                <p:spPr>
                  <a:xfrm>
                    <a:off x="3867331" y="7429464"/>
                    <a:ext cx="548834" cy="135216"/>
                  </a:xfrm>
                  <a:custGeom>
                    <a:avLst/>
                    <a:gdLst>
                      <a:gd name="csX0" fmla="*/ 292026 w 548834"/>
                      <a:gd name="csY0" fmla="*/ 93700 h 135216"/>
                      <a:gd name="csX1" fmla="*/ 295754 w 548834"/>
                      <a:gd name="csY1" fmla="*/ 92801 h 135216"/>
                      <a:gd name="csX2" fmla="*/ 456805 w 548834"/>
                      <a:gd name="csY2" fmla="*/ 41902 h 135216"/>
                      <a:gd name="csX3" fmla="*/ 460533 w 548834"/>
                      <a:gd name="csY3" fmla="*/ 40488 h 135216"/>
                      <a:gd name="csX4" fmla="*/ 487139 w 548834"/>
                      <a:gd name="csY4" fmla="*/ 29305 h 135216"/>
                      <a:gd name="csX5" fmla="*/ 492795 w 548834"/>
                      <a:gd name="csY5" fmla="*/ 26863 h 135216"/>
                      <a:gd name="csX6" fmla="*/ 518244 w 548834"/>
                      <a:gd name="csY6" fmla="*/ 15167 h 135216"/>
                      <a:gd name="csX7" fmla="*/ 523128 w 548834"/>
                      <a:gd name="csY7" fmla="*/ 12853 h 135216"/>
                      <a:gd name="csX8" fmla="*/ 548835 w 548834"/>
                      <a:gd name="csY8" fmla="*/ 0 h 135216"/>
                      <a:gd name="csX9" fmla="*/ 0 w 548834"/>
                      <a:gd name="csY9" fmla="*/ 135216 h 135216"/>
                      <a:gd name="csX10" fmla="*/ 0 w 548834"/>
                      <a:gd name="csY10" fmla="*/ 135216 h 135216"/>
                      <a:gd name="csX11" fmla="*/ 37403 w 548834"/>
                      <a:gd name="csY11" fmla="*/ 132903 h 135216"/>
                      <a:gd name="csX12" fmla="*/ 38174 w 548834"/>
                      <a:gd name="csY12" fmla="*/ 132903 h 135216"/>
                      <a:gd name="csX13" fmla="*/ 256166 w 548834"/>
                      <a:gd name="csY13" fmla="*/ 102184 h 135216"/>
                      <a:gd name="csX14" fmla="*/ 259765 w 548834"/>
                      <a:gd name="csY14" fmla="*/ 101412 h 135216"/>
                      <a:gd name="csX15" fmla="*/ 291898 w 548834"/>
                      <a:gd name="csY15" fmla="*/ 94086 h 135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48834" h="135216">
                        <a:moveTo>
                          <a:pt x="292026" y="93700"/>
                        </a:moveTo>
                        <a:cubicBezTo>
                          <a:pt x="293312" y="93443"/>
                          <a:pt x="294468" y="93058"/>
                          <a:pt x="295754" y="92801"/>
                        </a:cubicBezTo>
                        <a:cubicBezTo>
                          <a:pt x="352180" y="78919"/>
                          <a:pt x="406292" y="61953"/>
                          <a:pt x="456805" y="41902"/>
                        </a:cubicBezTo>
                        <a:cubicBezTo>
                          <a:pt x="457962" y="41388"/>
                          <a:pt x="459248" y="41002"/>
                          <a:pt x="460533" y="40488"/>
                        </a:cubicBezTo>
                        <a:cubicBezTo>
                          <a:pt x="469530" y="36889"/>
                          <a:pt x="478399" y="33161"/>
                          <a:pt x="487139" y="29305"/>
                        </a:cubicBezTo>
                        <a:cubicBezTo>
                          <a:pt x="489067" y="28534"/>
                          <a:pt x="490867" y="27634"/>
                          <a:pt x="492795" y="26863"/>
                        </a:cubicBezTo>
                        <a:cubicBezTo>
                          <a:pt x="501406" y="23007"/>
                          <a:pt x="509889" y="19151"/>
                          <a:pt x="518244" y="15167"/>
                        </a:cubicBezTo>
                        <a:cubicBezTo>
                          <a:pt x="519915" y="14396"/>
                          <a:pt x="521457" y="13624"/>
                          <a:pt x="523128" y="12853"/>
                        </a:cubicBezTo>
                        <a:cubicBezTo>
                          <a:pt x="531868" y="8612"/>
                          <a:pt x="540352" y="4370"/>
                          <a:pt x="548835" y="0"/>
                        </a:cubicBezTo>
                        <a:cubicBezTo>
                          <a:pt x="380200" y="77377"/>
                          <a:pt x="194984" y="124805"/>
                          <a:pt x="0" y="135216"/>
                        </a:cubicBezTo>
                        <a:lnTo>
                          <a:pt x="0" y="135216"/>
                        </a:lnTo>
                        <a:cubicBezTo>
                          <a:pt x="12468" y="134574"/>
                          <a:pt x="24935" y="133802"/>
                          <a:pt x="37403" y="132903"/>
                        </a:cubicBezTo>
                        <a:cubicBezTo>
                          <a:pt x="37660" y="132903"/>
                          <a:pt x="37917" y="132903"/>
                          <a:pt x="38174" y="132903"/>
                        </a:cubicBezTo>
                        <a:cubicBezTo>
                          <a:pt x="112595" y="127504"/>
                          <a:pt x="185987" y="117222"/>
                          <a:pt x="256166" y="102184"/>
                        </a:cubicBezTo>
                        <a:cubicBezTo>
                          <a:pt x="257322" y="101926"/>
                          <a:pt x="258608" y="101669"/>
                          <a:pt x="259765" y="101412"/>
                        </a:cubicBezTo>
                        <a:cubicBezTo>
                          <a:pt x="270561" y="99099"/>
                          <a:pt x="281230" y="96657"/>
                          <a:pt x="291898" y="94086"/>
                        </a:cubicBezTo>
                        <a:close/>
                      </a:path>
                    </a:pathLst>
                  </a:custGeom>
                  <a:solidFill>
                    <a:srgbClr val="114C8E"/>
                  </a:solidFill>
                  <a:ln w="0" cap="flat">
                    <a:noFill/>
                    <a:prstDash val="solid"/>
                    <a:miter/>
                  </a:ln>
                </p:spPr>
                <p:txBody>
                  <a:bodyPr/>
                  <a:lstStyle/>
                  <a:p>
                    <a:endParaRPr lang="pt-BR"/>
                  </a:p>
                </p:txBody>
              </p:sp>
            </p:grpSp>
            <p:sp>
              <p:nvSpPr>
                <p:cNvPr id="120" name="Forma Livre: Forma 119">
                  <a:extLst>
                    <a:ext uri="{FF2B5EF4-FFF2-40B4-BE49-F238E27FC236}">
                      <a16:creationId xmlns:a16="http://schemas.microsoft.com/office/drawing/2014/main" id="{C66DCB3A-524A-2752-3DAA-D964A791C347}"/>
                    </a:ext>
                  </a:extLst>
                </p:cNvPr>
                <p:cNvSpPr/>
                <p:nvPr/>
              </p:nvSpPr>
              <p:spPr>
                <a:xfrm>
                  <a:off x="2619789" y="5994010"/>
                  <a:ext cx="378917" cy="918495"/>
                </a:xfrm>
                <a:custGeom>
                  <a:avLst/>
                  <a:gdLst>
                    <a:gd name="csX0" fmla="*/ 340615 w 378917"/>
                    <a:gd name="csY0" fmla="*/ 918495 h 918495"/>
                    <a:gd name="csX1" fmla="*/ 206169 w 378917"/>
                    <a:gd name="csY1" fmla="*/ 743434 h 918495"/>
                    <a:gd name="csX2" fmla="*/ 3 w 378917"/>
                    <a:gd name="csY2" fmla="*/ 78405 h 918495"/>
                    <a:gd name="csX3" fmla="*/ 27766 w 378917"/>
                    <a:gd name="csY3" fmla="*/ 0 h 918495"/>
                    <a:gd name="csX4" fmla="*/ 59128 w 378917"/>
                    <a:gd name="csY4" fmla="*/ 69279 h 918495"/>
                    <a:gd name="csX5" fmla="*/ 339072 w 378917"/>
                    <a:gd name="csY5" fmla="*/ 815026 h 918495"/>
                    <a:gd name="csX6" fmla="*/ 378917 w 378917"/>
                    <a:gd name="csY6" fmla="*/ 900244 h 918495"/>
                    <a:gd name="csX7" fmla="*/ 340615 w 378917"/>
                    <a:gd name="csY7" fmla="*/ 918495 h 9184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78917" h="918495">
                      <a:moveTo>
                        <a:pt x="340615" y="918495"/>
                      </a:moveTo>
                      <a:cubicBezTo>
                        <a:pt x="295499" y="860398"/>
                        <a:pt x="244858" y="805515"/>
                        <a:pt x="206169" y="743434"/>
                      </a:cubicBezTo>
                      <a:cubicBezTo>
                        <a:pt x="79307" y="539966"/>
                        <a:pt x="2188" y="319790"/>
                        <a:pt x="3" y="78405"/>
                      </a:cubicBezTo>
                      <a:cubicBezTo>
                        <a:pt x="-254" y="52313"/>
                        <a:pt x="17997" y="26092"/>
                        <a:pt x="27766" y="0"/>
                      </a:cubicBezTo>
                      <a:cubicBezTo>
                        <a:pt x="38563" y="23007"/>
                        <a:pt x="57071" y="45501"/>
                        <a:pt x="59128" y="69279"/>
                      </a:cubicBezTo>
                      <a:cubicBezTo>
                        <a:pt x="83035" y="343568"/>
                        <a:pt x="162211" y="596649"/>
                        <a:pt x="339072" y="815026"/>
                      </a:cubicBezTo>
                      <a:cubicBezTo>
                        <a:pt x="358224" y="838805"/>
                        <a:pt x="365935" y="871581"/>
                        <a:pt x="378917" y="900244"/>
                      </a:cubicBezTo>
                      <a:cubicBezTo>
                        <a:pt x="366193" y="906285"/>
                        <a:pt x="353468" y="912454"/>
                        <a:pt x="340615" y="918495"/>
                      </a:cubicBezTo>
                      <a:close/>
                    </a:path>
                  </a:pathLst>
                </a:custGeom>
                <a:solidFill>
                  <a:srgbClr val="114C8E"/>
                </a:solidFill>
                <a:ln w="0" cap="flat">
                  <a:noFill/>
                  <a:prstDash val="solid"/>
                  <a:miter/>
                </a:ln>
              </p:spPr>
              <p:txBody>
                <a:bodyPr/>
                <a:lstStyle/>
                <a:p>
                  <a:endParaRPr lang="pt-BR"/>
                </a:p>
              </p:txBody>
            </p:sp>
            <p:sp>
              <p:nvSpPr>
                <p:cNvPr id="121" name="Forma Livre: Forma 120">
                  <a:extLst>
                    <a:ext uri="{FF2B5EF4-FFF2-40B4-BE49-F238E27FC236}">
                      <a16:creationId xmlns:a16="http://schemas.microsoft.com/office/drawing/2014/main" id="{577E56DB-3540-6A9E-DAF1-D58720C20AF9}"/>
                    </a:ext>
                  </a:extLst>
                </p:cNvPr>
                <p:cNvSpPr/>
                <p:nvPr/>
              </p:nvSpPr>
              <p:spPr>
                <a:xfrm>
                  <a:off x="4922894" y="6226012"/>
                  <a:ext cx="215742" cy="503848"/>
                </a:xfrm>
                <a:custGeom>
                  <a:avLst/>
                  <a:gdLst>
                    <a:gd name="csX0" fmla="*/ 84265 w 215742"/>
                    <a:gd name="csY0" fmla="*/ 503848 h 503848"/>
                    <a:gd name="csX1" fmla="*/ 32852 w 215742"/>
                    <a:gd name="csY1" fmla="*/ 334699 h 503848"/>
                    <a:gd name="csX2" fmla="*/ 44163 w 215742"/>
                    <a:gd name="csY2" fmla="*/ 321718 h 503848"/>
                    <a:gd name="csX3" fmla="*/ 155087 w 215742"/>
                    <a:gd name="csY3" fmla="*/ 209508 h 503848"/>
                    <a:gd name="csX4" fmla="*/ 90820 w 215742"/>
                    <a:gd name="csY4" fmla="*/ 55912 h 503848"/>
                    <a:gd name="csX5" fmla="*/ 86964 w 215742"/>
                    <a:gd name="csY5" fmla="*/ 0 h 503848"/>
                    <a:gd name="csX6" fmla="*/ 160870 w 215742"/>
                    <a:gd name="csY6" fmla="*/ 67737 h 503848"/>
                    <a:gd name="csX7" fmla="*/ 212669 w 215742"/>
                    <a:gd name="csY7" fmla="*/ 229431 h 503848"/>
                    <a:gd name="csX8" fmla="*/ 110100 w 215742"/>
                    <a:gd name="csY8" fmla="*/ 338684 h 503848"/>
                    <a:gd name="csX9" fmla="*/ 70897 w 215742"/>
                    <a:gd name="csY9" fmla="*/ 413490 h 503848"/>
                    <a:gd name="csX10" fmla="*/ 84650 w 215742"/>
                    <a:gd name="csY10" fmla="*/ 503848 h 5038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5742" h="503848">
                      <a:moveTo>
                        <a:pt x="84265" y="503848"/>
                      </a:moveTo>
                      <a:cubicBezTo>
                        <a:pt x="-3909" y="490867"/>
                        <a:pt x="-26016" y="411948"/>
                        <a:pt x="32852" y="334699"/>
                      </a:cubicBezTo>
                      <a:cubicBezTo>
                        <a:pt x="36322" y="330201"/>
                        <a:pt x="39921" y="325574"/>
                        <a:pt x="44163" y="321718"/>
                      </a:cubicBezTo>
                      <a:cubicBezTo>
                        <a:pt x="83365" y="284572"/>
                        <a:pt x="149431" y="251025"/>
                        <a:pt x="155087" y="209508"/>
                      </a:cubicBezTo>
                      <a:cubicBezTo>
                        <a:pt x="161513" y="162080"/>
                        <a:pt x="113699" y="107839"/>
                        <a:pt x="90820" y="55912"/>
                      </a:cubicBezTo>
                      <a:cubicBezTo>
                        <a:pt x="86707" y="46657"/>
                        <a:pt x="89020" y="34575"/>
                        <a:pt x="86964" y="0"/>
                      </a:cubicBezTo>
                      <a:cubicBezTo>
                        <a:pt x="121282" y="30462"/>
                        <a:pt x="150845" y="44858"/>
                        <a:pt x="160870" y="67737"/>
                      </a:cubicBezTo>
                      <a:cubicBezTo>
                        <a:pt x="183492" y="119407"/>
                        <a:pt x="199173" y="174548"/>
                        <a:pt x="212669" y="229431"/>
                      </a:cubicBezTo>
                      <a:cubicBezTo>
                        <a:pt x="233492" y="314777"/>
                        <a:pt x="142876" y="301024"/>
                        <a:pt x="110100" y="338684"/>
                      </a:cubicBezTo>
                      <a:cubicBezTo>
                        <a:pt x="91848" y="359635"/>
                        <a:pt x="74625" y="387012"/>
                        <a:pt x="70897" y="413490"/>
                      </a:cubicBezTo>
                      <a:cubicBezTo>
                        <a:pt x="66913" y="442024"/>
                        <a:pt x="79252" y="472872"/>
                        <a:pt x="84650" y="503848"/>
                      </a:cubicBezTo>
                      <a:close/>
                    </a:path>
                  </a:pathLst>
                </a:custGeom>
                <a:solidFill>
                  <a:srgbClr val="114C8E"/>
                </a:solidFill>
                <a:ln w="0" cap="flat">
                  <a:noFill/>
                  <a:prstDash val="solid"/>
                  <a:miter/>
                </a:ln>
              </p:spPr>
              <p:txBody>
                <a:bodyPr/>
                <a:lstStyle/>
                <a:p>
                  <a:endParaRPr lang="pt-BR"/>
                </a:p>
              </p:txBody>
            </p:sp>
            <p:sp>
              <p:nvSpPr>
                <p:cNvPr id="122" name="Forma Livre: Forma 121">
                  <a:extLst>
                    <a:ext uri="{FF2B5EF4-FFF2-40B4-BE49-F238E27FC236}">
                      <a16:creationId xmlns:a16="http://schemas.microsoft.com/office/drawing/2014/main" id="{F712A4E1-7F9B-8962-C89D-AD6F9AD67451}"/>
                    </a:ext>
                  </a:extLst>
                </p:cNvPr>
                <p:cNvSpPr/>
                <p:nvPr/>
              </p:nvSpPr>
              <p:spPr>
                <a:xfrm>
                  <a:off x="4679015" y="6905950"/>
                  <a:ext cx="193465" cy="163940"/>
                </a:xfrm>
                <a:custGeom>
                  <a:avLst/>
                  <a:gdLst>
                    <a:gd name="csX0" fmla="*/ 13753 w 193465"/>
                    <a:gd name="csY0" fmla="*/ 93186 h 163940"/>
                    <a:gd name="csX1" fmla="*/ 101412 w 193465"/>
                    <a:gd name="csY1" fmla="*/ 108867 h 163940"/>
                    <a:gd name="csX2" fmla="*/ 143185 w 193465"/>
                    <a:gd name="csY2" fmla="*/ 51542 h 163940"/>
                    <a:gd name="csX3" fmla="*/ 188172 w 193465"/>
                    <a:gd name="csY3" fmla="*/ 0 h 163940"/>
                    <a:gd name="csX4" fmla="*/ 85731 w 193465"/>
                    <a:gd name="csY4" fmla="*/ 162465 h 163940"/>
                    <a:gd name="csX5" fmla="*/ 0 w 193465"/>
                    <a:gd name="csY5" fmla="*/ 132132 h 163940"/>
                    <a:gd name="csX6" fmla="*/ 13882 w 193465"/>
                    <a:gd name="csY6" fmla="*/ 93315 h 1639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3465" h="163940">
                      <a:moveTo>
                        <a:pt x="13753" y="93186"/>
                      </a:moveTo>
                      <a:cubicBezTo>
                        <a:pt x="41130" y="98071"/>
                        <a:pt x="68508" y="102955"/>
                        <a:pt x="101412" y="108867"/>
                      </a:cubicBezTo>
                      <a:cubicBezTo>
                        <a:pt x="113366" y="92287"/>
                        <a:pt x="127504" y="71336"/>
                        <a:pt x="143185" y="51542"/>
                      </a:cubicBezTo>
                      <a:cubicBezTo>
                        <a:pt x="156553" y="34575"/>
                        <a:pt x="171591" y="18766"/>
                        <a:pt x="188172" y="0"/>
                      </a:cubicBezTo>
                      <a:cubicBezTo>
                        <a:pt x="210151" y="52441"/>
                        <a:pt x="161309" y="134060"/>
                        <a:pt x="85731" y="162465"/>
                      </a:cubicBezTo>
                      <a:cubicBezTo>
                        <a:pt x="64266" y="170563"/>
                        <a:pt x="28920" y="143186"/>
                        <a:pt x="0" y="132132"/>
                      </a:cubicBezTo>
                      <a:cubicBezTo>
                        <a:pt x="4627" y="119150"/>
                        <a:pt x="9254" y="106168"/>
                        <a:pt x="13882" y="93315"/>
                      </a:cubicBezTo>
                      <a:close/>
                    </a:path>
                  </a:pathLst>
                </a:custGeom>
                <a:solidFill>
                  <a:srgbClr val="114C8E"/>
                </a:solidFill>
                <a:ln w="0" cap="flat">
                  <a:noFill/>
                  <a:prstDash val="solid"/>
                  <a:miter/>
                </a:ln>
              </p:spPr>
              <p:txBody>
                <a:bodyPr/>
                <a:lstStyle/>
                <a:p>
                  <a:endParaRPr lang="pt-BR"/>
                </a:p>
              </p:txBody>
            </p:sp>
            <p:sp>
              <p:nvSpPr>
                <p:cNvPr id="123" name="Forma Livre: Forma 122">
                  <a:extLst>
                    <a:ext uri="{FF2B5EF4-FFF2-40B4-BE49-F238E27FC236}">
                      <a16:creationId xmlns:a16="http://schemas.microsoft.com/office/drawing/2014/main" id="{28774606-645E-D409-5767-D57F984375E9}"/>
                    </a:ext>
                  </a:extLst>
                </p:cNvPr>
                <p:cNvSpPr/>
                <p:nvPr/>
              </p:nvSpPr>
              <p:spPr>
                <a:xfrm>
                  <a:off x="2637195" y="5083481"/>
                  <a:ext cx="159328" cy="163368"/>
                </a:xfrm>
                <a:custGeom>
                  <a:avLst/>
                  <a:gdLst>
                    <a:gd name="csX0" fmla="*/ 159329 w 159328"/>
                    <a:gd name="csY0" fmla="*/ 26352 h 163368"/>
                    <a:gd name="csX1" fmla="*/ 139920 w 159328"/>
                    <a:gd name="csY1" fmla="*/ 57714 h 163368"/>
                    <a:gd name="csX2" fmla="*/ 59330 w 159328"/>
                    <a:gd name="csY2" fmla="*/ 149872 h 163368"/>
                    <a:gd name="csX3" fmla="*/ 719 w 159328"/>
                    <a:gd name="csY3" fmla="*/ 163368 h 163368"/>
                    <a:gd name="csX4" fmla="*/ 5089 w 159328"/>
                    <a:gd name="csY4" fmla="*/ 112084 h 163368"/>
                    <a:gd name="csX5" fmla="*/ 87607 w 159328"/>
                    <a:gd name="csY5" fmla="*/ 20311 h 163368"/>
                    <a:gd name="csX6" fmla="*/ 127838 w 159328"/>
                    <a:gd name="csY6" fmla="*/ 3 h 163368"/>
                    <a:gd name="csX7" fmla="*/ 159329 w 159328"/>
                    <a:gd name="csY7" fmla="*/ 26352 h 1633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9328" h="163368">
                      <a:moveTo>
                        <a:pt x="159329" y="26352"/>
                      </a:moveTo>
                      <a:cubicBezTo>
                        <a:pt x="151488" y="39206"/>
                        <a:pt x="146861" y="49360"/>
                        <a:pt x="139920" y="57714"/>
                      </a:cubicBezTo>
                      <a:cubicBezTo>
                        <a:pt x="113828" y="89205"/>
                        <a:pt x="89535" y="122752"/>
                        <a:pt x="59330" y="149872"/>
                      </a:cubicBezTo>
                      <a:cubicBezTo>
                        <a:pt x="46348" y="161569"/>
                        <a:pt x="20642" y="159384"/>
                        <a:pt x="719" y="163368"/>
                      </a:cubicBezTo>
                      <a:cubicBezTo>
                        <a:pt x="1747" y="146016"/>
                        <a:pt x="-3651" y="124037"/>
                        <a:pt x="5089" y="112084"/>
                      </a:cubicBezTo>
                      <a:cubicBezTo>
                        <a:pt x="29253" y="79051"/>
                        <a:pt x="58430" y="49360"/>
                        <a:pt x="87607" y="20311"/>
                      </a:cubicBezTo>
                      <a:cubicBezTo>
                        <a:pt x="98018" y="10029"/>
                        <a:pt x="114085" y="260"/>
                        <a:pt x="127838" y="3"/>
                      </a:cubicBezTo>
                      <a:cubicBezTo>
                        <a:pt x="137478" y="-254"/>
                        <a:pt x="147504" y="15813"/>
                        <a:pt x="159329" y="26352"/>
                      </a:cubicBezTo>
                      <a:close/>
                    </a:path>
                  </a:pathLst>
                </a:custGeom>
                <a:solidFill>
                  <a:srgbClr val="114C8E"/>
                </a:solidFill>
                <a:ln w="0" cap="flat">
                  <a:noFill/>
                  <a:prstDash val="solid"/>
                  <a:miter/>
                </a:ln>
              </p:spPr>
              <p:txBody>
                <a:bodyPr/>
                <a:lstStyle/>
                <a:p>
                  <a:endParaRPr lang="pt-BR"/>
                </a:p>
              </p:txBody>
            </p:sp>
            <p:sp>
              <p:nvSpPr>
                <p:cNvPr id="124" name="Forma Livre: Forma 123">
                  <a:extLst>
                    <a:ext uri="{FF2B5EF4-FFF2-40B4-BE49-F238E27FC236}">
                      <a16:creationId xmlns:a16="http://schemas.microsoft.com/office/drawing/2014/main" id="{7868D43D-9C0F-A811-A35E-E9982BEC49E9}"/>
                    </a:ext>
                  </a:extLst>
                </p:cNvPr>
                <p:cNvSpPr/>
                <p:nvPr/>
              </p:nvSpPr>
              <p:spPr>
                <a:xfrm>
                  <a:off x="2626237" y="6795027"/>
                  <a:ext cx="133784" cy="173779"/>
                </a:xfrm>
                <a:custGeom>
                  <a:avLst/>
                  <a:gdLst>
                    <a:gd name="csX0" fmla="*/ 31600 w 133784"/>
                    <a:gd name="csY0" fmla="*/ 128 h 173779"/>
                    <a:gd name="csX1" fmla="*/ 133784 w 133784"/>
                    <a:gd name="csY1" fmla="*/ 158481 h 173779"/>
                    <a:gd name="csX2" fmla="*/ 89569 w 133784"/>
                    <a:gd name="csY2" fmla="*/ 173005 h 173779"/>
                    <a:gd name="csX3" fmla="*/ 367 w 133784"/>
                    <a:gd name="csY3" fmla="*/ 46657 h 173779"/>
                    <a:gd name="csX4" fmla="*/ 31729 w 133784"/>
                    <a:gd name="csY4" fmla="*/ 0 h 173779"/>
                  </a:gdLst>
                  <a:ahLst/>
                  <a:cxnLst>
                    <a:cxn ang="0">
                      <a:pos x="csX0" y="csY0"/>
                    </a:cxn>
                    <a:cxn ang="0">
                      <a:pos x="csX1" y="csY1"/>
                    </a:cxn>
                    <a:cxn ang="0">
                      <a:pos x="csX2" y="csY2"/>
                    </a:cxn>
                    <a:cxn ang="0">
                      <a:pos x="csX3" y="csY3"/>
                    </a:cxn>
                    <a:cxn ang="0">
                      <a:pos x="csX4" y="csY4"/>
                    </a:cxn>
                  </a:cxnLst>
                  <a:rect l="l" t="t" r="r" b="b"/>
                  <a:pathLst>
                    <a:path w="133784" h="173779">
                      <a:moveTo>
                        <a:pt x="31600" y="128"/>
                      </a:moveTo>
                      <a:cubicBezTo>
                        <a:pt x="69775" y="59382"/>
                        <a:pt x="101779" y="108996"/>
                        <a:pt x="133784" y="158481"/>
                      </a:cubicBezTo>
                      <a:cubicBezTo>
                        <a:pt x="118489" y="163751"/>
                        <a:pt x="92911" y="177118"/>
                        <a:pt x="89569" y="173005"/>
                      </a:cubicBezTo>
                      <a:cubicBezTo>
                        <a:pt x="57178" y="132903"/>
                        <a:pt x="27230" y="90616"/>
                        <a:pt x="367" y="46657"/>
                      </a:cubicBezTo>
                      <a:cubicBezTo>
                        <a:pt x="-2846" y="41388"/>
                        <a:pt x="15662" y="23264"/>
                        <a:pt x="31729" y="0"/>
                      </a:cubicBezTo>
                      <a:close/>
                    </a:path>
                  </a:pathLst>
                </a:custGeom>
                <a:solidFill>
                  <a:srgbClr val="114C8E"/>
                </a:solidFill>
                <a:ln w="0" cap="flat">
                  <a:noFill/>
                  <a:prstDash val="solid"/>
                  <a:miter/>
                </a:ln>
              </p:spPr>
              <p:txBody>
                <a:bodyPr/>
                <a:lstStyle/>
                <a:p>
                  <a:endParaRPr lang="pt-BR"/>
                </a:p>
              </p:txBody>
            </p:sp>
            <p:sp>
              <p:nvSpPr>
                <p:cNvPr id="125" name="Forma Livre: Forma 124">
                  <a:extLst>
                    <a:ext uri="{FF2B5EF4-FFF2-40B4-BE49-F238E27FC236}">
                      <a16:creationId xmlns:a16="http://schemas.microsoft.com/office/drawing/2014/main" id="{7DDD3979-1C9B-651D-FDF1-91CFAF7568F5}"/>
                    </a:ext>
                  </a:extLst>
                </p:cNvPr>
                <p:cNvSpPr/>
                <p:nvPr/>
              </p:nvSpPr>
              <p:spPr>
                <a:xfrm>
                  <a:off x="2365040" y="5979743"/>
                  <a:ext cx="200768" cy="94411"/>
                </a:xfrm>
                <a:custGeom>
                  <a:avLst/>
                  <a:gdLst>
                    <a:gd name="csX0" fmla="*/ 0 w 200768"/>
                    <a:gd name="csY0" fmla="*/ 59639 h 94411"/>
                    <a:gd name="csX1" fmla="*/ 190614 w 200768"/>
                    <a:gd name="csY1" fmla="*/ 0 h 94411"/>
                    <a:gd name="csX2" fmla="*/ 200768 w 200768"/>
                    <a:gd name="csY2" fmla="*/ 33033 h 94411"/>
                    <a:gd name="csX3" fmla="*/ 6427 w 200768"/>
                    <a:gd name="csY3" fmla="*/ 89973 h 94411"/>
                    <a:gd name="csX4" fmla="*/ 0 w 200768"/>
                    <a:gd name="csY4" fmla="*/ 59511 h 94411"/>
                  </a:gdLst>
                  <a:ahLst/>
                  <a:cxnLst>
                    <a:cxn ang="0">
                      <a:pos x="csX0" y="csY0"/>
                    </a:cxn>
                    <a:cxn ang="0">
                      <a:pos x="csX1" y="csY1"/>
                    </a:cxn>
                    <a:cxn ang="0">
                      <a:pos x="csX2" y="csY2"/>
                    </a:cxn>
                    <a:cxn ang="0">
                      <a:pos x="csX3" y="csY3"/>
                    </a:cxn>
                    <a:cxn ang="0">
                      <a:pos x="csX4" y="csY4"/>
                    </a:cxn>
                  </a:cxnLst>
                  <a:rect l="l" t="t" r="r" b="b"/>
                  <a:pathLst>
                    <a:path w="200768" h="94411">
                      <a:moveTo>
                        <a:pt x="0" y="59639"/>
                      </a:moveTo>
                      <a:cubicBezTo>
                        <a:pt x="63495" y="39717"/>
                        <a:pt x="127119" y="19923"/>
                        <a:pt x="190614" y="0"/>
                      </a:cubicBezTo>
                      <a:cubicBezTo>
                        <a:pt x="193956" y="11054"/>
                        <a:pt x="197426" y="22108"/>
                        <a:pt x="200768" y="33033"/>
                      </a:cubicBezTo>
                      <a:cubicBezTo>
                        <a:pt x="141386" y="69536"/>
                        <a:pt x="82390" y="107582"/>
                        <a:pt x="6427" y="89973"/>
                      </a:cubicBezTo>
                      <a:cubicBezTo>
                        <a:pt x="4242" y="79819"/>
                        <a:pt x="2185" y="69665"/>
                        <a:pt x="0" y="59511"/>
                      </a:cubicBezTo>
                      <a:close/>
                    </a:path>
                  </a:pathLst>
                </a:custGeom>
                <a:solidFill>
                  <a:srgbClr val="114C8E"/>
                </a:solidFill>
                <a:ln w="0" cap="flat">
                  <a:noFill/>
                  <a:prstDash val="solid"/>
                  <a:miter/>
                </a:ln>
              </p:spPr>
              <p:txBody>
                <a:bodyPr/>
                <a:lstStyle/>
                <a:p>
                  <a:endParaRPr lang="pt-BR"/>
                </a:p>
              </p:txBody>
            </p:sp>
            <p:sp>
              <p:nvSpPr>
                <p:cNvPr id="126" name="Forma Livre: Forma 125">
                  <a:extLst>
                    <a:ext uri="{FF2B5EF4-FFF2-40B4-BE49-F238E27FC236}">
                      <a16:creationId xmlns:a16="http://schemas.microsoft.com/office/drawing/2014/main" id="{C0FF6AAC-7ACD-729D-7D96-7C5683FD158C}"/>
                    </a:ext>
                  </a:extLst>
                </p:cNvPr>
                <p:cNvSpPr/>
                <p:nvPr/>
              </p:nvSpPr>
              <p:spPr>
                <a:xfrm>
                  <a:off x="2375836" y="6311486"/>
                  <a:ext cx="88881" cy="143699"/>
                </a:xfrm>
                <a:custGeom>
                  <a:avLst/>
                  <a:gdLst>
                    <a:gd name="csX0" fmla="*/ 0 w 88881"/>
                    <a:gd name="csY0" fmla="*/ 0 h 143699"/>
                    <a:gd name="csX1" fmla="*/ 53084 w 88881"/>
                    <a:gd name="csY1" fmla="*/ 143700 h 143699"/>
                    <a:gd name="csX2" fmla="*/ 0 w 88881"/>
                    <a:gd name="csY2" fmla="*/ 0 h 143699"/>
                  </a:gdLst>
                  <a:ahLst/>
                  <a:cxnLst>
                    <a:cxn ang="0">
                      <a:pos x="csX0" y="csY0"/>
                    </a:cxn>
                    <a:cxn ang="0">
                      <a:pos x="csX1" y="csY1"/>
                    </a:cxn>
                    <a:cxn ang="0">
                      <a:pos x="csX2" y="csY2"/>
                    </a:cxn>
                  </a:cxnLst>
                  <a:rect l="l" t="t" r="r" b="b"/>
                  <a:pathLst>
                    <a:path w="88881" h="143699">
                      <a:moveTo>
                        <a:pt x="0" y="0"/>
                      </a:moveTo>
                      <a:cubicBezTo>
                        <a:pt x="98713" y="7969"/>
                        <a:pt x="113366" y="48714"/>
                        <a:pt x="53084" y="143700"/>
                      </a:cubicBezTo>
                      <a:cubicBezTo>
                        <a:pt x="34190" y="92415"/>
                        <a:pt x="18766" y="50899"/>
                        <a:pt x="0" y="0"/>
                      </a:cubicBezTo>
                      <a:close/>
                    </a:path>
                  </a:pathLst>
                </a:custGeom>
                <a:solidFill>
                  <a:srgbClr val="114C8E"/>
                </a:solidFill>
                <a:ln w="0" cap="flat">
                  <a:noFill/>
                  <a:prstDash val="solid"/>
                  <a:miter/>
                </a:ln>
              </p:spPr>
              <p:txBody>
                <a:bodyPr/>
                <a:lstStyle/>
                <a:p>
                  <a:endParaRPr lang="pt-BR"/>
                </a:p>
              </p:txBody>
            </p:sp>
            <p:sp>
              <p:nvSpPr>
                <p:cNvPr id="127" name="Forma Livre: Forma 126">
                  <a:extLst>
                    <a:ext uri="{FF2B5EF4-FFF2-40B4-BE49-F238E27FC236}">
                      <a16:creationId xmlns:a16="http://schemas.microsoft.com/office/drawing/2014/main" id="{EDFD7B58-C149-D5BF-9DA1-F9B09EC05315}"/>
                    </a:ext>
                  </a:extLst>
                </p:cNvPr>
                <p:cNvSpPr/>
                <p:nvPr/>
              </p:nvSpPr>
              <p:spPr>
                <a:xfrm>
                  <a:off x="2749738" y="6986075"/>
                  <a:ext cx="142414" cy="101492"/>
                </a:xfrm>
                <a:custGeom>
                  <a:avLst/>
                  <a:gdLst>
                    <a:gd name="csX0" fmla="*/ 0 w 142414"/>
                    <a:gd name="csY0" fmla="*/ 50079 h 101492"/>
                    <a:gd name="csX1" fmla="*/ 55783 w 142414"/>
                    <a:gd name="csY1" fmla="*/ 209 h 101492"/>
                    <a:gd name="csX2" fmla="*/ 142414 w 142414"/>
                    <a:gd name="csY2" fmla="*/ 69231 h 101492"/>
                    <a:gd name="csX3" fmla="*/ 122620 w 142414"/>
                    <a:gd name="csY3" fmla="*/ 101493 h 101492"/>
                    <a:gd name="csX4" fmla="*/ 0 w 142414"/>
                    <a:gd name="csY4" fmla="*/ 50079 h 101492"/>
                  </a:gdLst>
                  <a:ahLst/>
                  <a:cxnLst>
                    <a:cxn ang="0">
                      <a:pos x="csX0" y="csY0"/>
                    </a:cxn>
                    <a:cxn ang="0">
                      <a:pos x="csX1" y="csY1"/>
                    </a:cxn>
                    <a:cxn ang="0">
                      <a:pos x="csX2" y="csY2"/>
                    </a:cxn>
                    <a:cxn ang="0">
                      <a:pos x="csX3" y="csY3"/>
                    </a:cxn>
                    <a:cxn ang="0">
                      <a:pos x="csX4" y="csY4"/>
                    </a:cxn>
                  </a:cxnLst>
                  <a:rect l="l" t="t" r="r" b="b"/>
                  <a:pathLst>
                    <a:path w="142414" h="101492">
                      <a:moveTo>
                        <a:pt x="0" y="50079"/>
                      </a:moveTo>
                      <a:cubicBezTo>
                        <a:pt x="26092" y="26301"/>
                        <a:pt x="50899" y="-2748"/>
                        <a:pt x="55783" y="209"/>
                      </a:cubicBezTo>
                      <a:cubicBezTo>
                        <a:pt x="87145" y="19232"/>
                        <a:pt x="114009" y="45324"/>
                        <a:pt x="142414" y="69231"/>
                      </a:cubicBezTo>
                      <a:cubicBezTo>
                        <a:pt x="135859" y="80028"/>
                        <a:pt x="129175" y="90696"/>
                        <a:pt x="122620" y="101493"/>
                      </a:cubicBezTo>
                      <a:cubicBezTo>
                        <a:pt x="86117" y="86197"/>
                        <a:pt x="49614" y="70902"/>
                        <a:pt x="0" y="50079"/>
                      </a:cubicBezTo>
                      <a:close/>
                    </a:path>
                  </a:pathLst>
                </a:custGeom>
                <a:solidFill>
                  <a:srgbClr val="114C8E"/>
                </a:solidFill>
                <a:ln w="0" cap="flat">
                  <a:noFill/>
                  <a:prstDash val="solid"/>
                  <a:miter/>
                </a:ln>
              </p:spPr>
              <p:txBody>
                <a:bodyPr/>
                <a:lstStyle/>
                <a:p>
                  <a:endParaRPr lang="pt-BR"/>
                </a:p>
              </p:txBody>
            </p:sp>
            <p:sp>
              <p:nvSpPr>
                <p:cNvPr id="128" name="Forma Livre: Forma 127">
                  <a:extLst>
                    <a:ext uri="{FF2B5EF4-FFF2-40B4-BE49-F238E27FC236}">
                      <a16:creationId xmlns:a16="http://schemas.microsoft.com/office/drawing/2014/main" id="{1875A6B4-3E7B-AC08-1CA3-A7CC6FBB4421}"/>
                    </a:ext>
                  </a:extLst>
                </p:cNvPr>
                <p:cNvSpPr/>
                <p:nvPr/>
              </p:nvSpPr>
              <p:spPr>
                <a:xfrm>
                  <a:off x="4806262" y="5083463"/>
                  <a:ext cx="196398" cy="217046"/>
                </a:xfrm>
                <a:custGeom>
                  <a:avLst/>
                  <a:gdLst>
                    <a:gd name="csX0" fmla="*/ 196398 w 196398"/>
                    <a:gd name="csY0" fmla="*/ 185494 h 217046"/>
                    <a:gd name="csX1" fmla="*/ 152183 w 196398"/>
                    <a:gd name="csY1" fmla="*/ 216727 h 217046"/>
                    <a:gd name="csX2" fmla="*/ 108610 w 196398"/>
                    <a:gd name="csY2" fmla="*/ 177010 h 217046"/>
                    <a:gd name="csX3" fmla="*/ 26863 w 196398"/>
                    <a:gd name="csY3" fmla="*/ 55033 h 217046"/>
                    <a:gd name="csX4" fmla="*/ 0 w 196398"/>
                    <a:gd name="csY4" fmla="*/ 23799 h 217046"/>
                    <a:gd name="csX5" fmla="*/ 38688 w 196398"/>
                    <a:gd name="csY5" fmla="*/ 149 h 217046"/>
                    <a:gd name="csX6" fmla="*/ 196398 w 196398"/>
                    <a:gd name="csY6" fmla="*/ 185622 h 2170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6398" h="217046">
                      <a:moveTo>
                        <a:pt x="196398" y="185494"/>
                      </a:moveTo>
                      <a:cubicBezTo>
                        <a:pt x="176990" y="199889"/>
                        <a:pt x="159638" y="219812"/>
                        <a:pt x="152183" y="216727"/>
                      </a:cubicBezTo>
                      <a:cubicBezTo>
                        <a:pt x="134574" y="209401"/>
                        <a:pt x="110281" y="192306"/>
                        <a:pt x="108610" y="177010"/>
                      </a:cubicBezTo>
                      <a:cubicBezTo>
                        <a:pt x="103212" y="125726"/>
                        <a:pt x="76606" y="81639"/>
                        <a:pt x="26863" y="55033"/>
                      </a:cubicBezTo>
                      <a:cubicBezTo>
                        <a:pt x="15553" y="48992"/>
                        <a:pt x="8869" y="34468"/>
                        <a:pt x="0" y="23799"/>
                      </a:cubicBezTo>
                      <a:cubicBezTo>
                        <a:pt x="13368" y="15445"/>
                        <a:pt x="37017" y="-1779"/>
                        <a:pt x="38688" y="149"/>
                      </a:cubicBezTo>
                      <a:cubicBezTo>
                        <a:pt x="91130" y="59146"/>
                        <a:pt x="141515" y="119942"/>
                        <a:pt x="196398" y="185622"/>
                      </a:cubicBezTo>
                      <a:close/>
                    </a:path>
                  </a:pathLst>
                </a:custGeom>
                <a:solidFill>
                  <a:srgbClr val="114C8E"/>
                </a:solidFill>
                <a:ln w="0" cap="flat">
                  <a:noFill/>
                  <a:prstDash val="solid"/>
                  <a:miter/>
                </a:ln>
              </p:spPr>
              <p:txBody>
                <a:bodyPr/>
                <a:lstStyle/>
                <a:p>
                  <a:endParaRPr lang="pt-BR"/>
                </a:p>
              </p:txBody>
            </p:sp>
            <p:sp>
              <p:nvSpPr>
                <p:cNvPr id="129" name="Forma Livre: Forma 128">
                  <a:extLst>
                    <a:ext uri="{FF2B5EF4-FFF2-40B4-BE49-F238E27FC236}">
                      <a16:creationId xmlns:a16="http://schemas.microsoft.com/office/drawing/2014/main" id="{DF1A295D-4AA9-ECB0-B5C8-7C3D7A55EF6D}"/>
                    </a:ext>
                  </a:extLst>
                </p:cNvPr>
                <p:cNvSpPr/>
                <p:nvPr/>
              </p:nvSpPr>
              <p:spPr>
                <a:xfrm>
                  <a:off x="5043662" y="5462891"/>
                  <a:ext cx="155139" cy="154389"/>
                </a:xfrm>
                <a:custGeom>
                  <a:avLst/>
                  <a:gdLst>
                    <a:gd name="csX0" fmla="*/ 155139 w 155139"/>
                    <a:gd name="csY0" fmla="*/ 154389 h 154389"/>
                    <a:gd name="csX1" fmla="*/ 0 w 155139"/>
                    <a:gd name="csY1" fmla="*/ 7733 h 154389"/>
                    <a:gd name="csX2" fmla="*/ 155139 w 155139"/>
                    <a:gd name="csY2" fmla="*/ 154389 h 154389"/>
                  </a:gdLst>
                  <a:ahLst/>
                  <a:cxnLst>
                    <a:cxn ang="0">
                      <a:pos x="csX0" y="csY0"/>
                    </a:cxn>
                    <a:cxn ang="0">
                      <a:pos x="csX1" y="csY1"/>
                    </a:cxn>
                    <a:cxn ang="0">
                      <a:pos x="csX2" y="csY2"/>
                    </a:cxn>
                  </a:cxnLst>
                  <a:rect l="l" t="t" r="r" b="b"/>
                  <a:pathLst>
                    <a:path w="155139" h="154389">
                      <a:moveTo>
                        <a:pt x="155139" y="154389"/>
                      </a:moveTo>
                      <a:cubicBezTo>
                        <a:pt x="97685" y="100020"/>
                        <a:pt x="49614" y="54648"/>
                        <a:pt x="0" y="7733"/>
                      </a:cubicBezTo>
                      <a:cubicBezTo>
                        <a:pt x="50552" y="-20458"/>
                        <a:pt x="102274" y="28427"/>
                        <a:pt x="155139" y="154389"/>
                      </a:cubicBezTo>
                      <a:close/>
                    </a:path>
                  </a:pathLst>
                </a:custGeom>
                <a:solidFill>
                  <a:srgbClr val="114C8E"/>
                </a:solidFill>
                <a:ln w="0" cap="flat">
                  <a:noFill/>
                  <a:prstDash val="solid"/>
                  <a:miter/>
                </a:ln>
              </p:spPr>
              <p:txBody>
                <a:bodyPr/>
                <a:lstStyle/>
                <a:p>
                  <a:endParaRPr lang="pt-BR"/>
                </a:p>
              </p:txBody>
            </p:sp>
          </p:grpSp>
        </p:grpSp>
        <p:grpSp>
          <p:nvGrpSpPr>
            <p:cNvPr id="102" name="Agrupar 101">
              <a:extLst>
                <a:ext uri="{FF2B5EF4-FFF2-40B4-BE49-F238E27FC236}">
                  <a16:creationId xmlns:a16="http://schemas.microsoft.com/office/drawing/2014/main" id="{412F67AD-6E39-B44B-2418-D338D2683537}"/>
                </a:ext>
              </a:extLst>
            </p:cNvPr>
            <p:cNvGrpSpPr/>
            <p:nvPr/>
          </p:nvGrpSpPr>
          <p:grpSpPr>
            <a:xfrm>
              <a:off x="1974041" y="7922699"/>
              <a:ext cx="3645457" cy="1306384"/>
              <a:chOff x="1915047" y="8040687"/>
              <a:chExt cx="3645457" cy="1306384"/>
            </a:xfrm>
          </p:grpSpPr>
          <p:sp>
            <p:nvSpPr>
              <p:cNvPr id="103" name="CaixaDeTexto 102">
                <a:extLst>
                  <a:ext uri="{FF2B5EF4-FFF2-40B4-BE49-F238E27FC236}">
                    <a16:creationId xmlns:a16="http://schemas.microsoft.com/office/drawing/2014/main" id="{A04DA68E-CA0F-FD4E-F1AF-4413C5065369}"/>
                  </a:ext>
                </a:extLst>
              </p:cNvPr>
              <p:cNvSpPr txBox="1"/>
              <p:nvPr/>
            </p:nvSpPr>
            <p:spPr>
              <a:xfrm>
                <a:off x="1915047" y="8051688"/>
                <a:ext cx="502189" cy="646331"/>
              </a:xfrm>
              <a:prstGeom prst="rect">
                <a:avLst/>
              </a:prstGeom>
              <a:noFill/>
            </p:spPr>
            <p:txBody>
              <a:bodyPr wrap="none" rtlCol="0">
                <a:spAutoFit/>
              </a:bodyPr>
              <a:lstStyle/>
              <a:p>
                <a:pPr algn="l"/>
                <a:r>
                  <a:rPr lang="pt-BR" sz="3600" spc="-124" baseline="0">
                    <a:ln/>
                    <a:solidFill>
                      <a:srgbClr val="114C8E"/>
                    </a:solidFill>
                    <a:latin typeface="Arial"/>
                    <a:cs typeface="Arial"/>
                    <a:sym typeface="Arial"/>
                    <a:rtl val="0"/>
                  </a:rPr>
                  <a:t>C</a:t>
                </a:r>
              </a:p>
            </p:txBody>
          </p:sp>
          <p:sp>
            <p:nvSpPr>
              <p:cNvPr id="104" name="CaixaDeTexto 103">
                <a:extLst>
                  <a:ext uri="{FF2B5EF4-FFF2-40B4-BE49-F238E27FC236}">
                    <a16:creationId xmlns:a16="http://schemas.microsoft.com/office/drawing/2014/main" id="{23AED287-F48B-A070-7BF7-EEAABCC7B275}"/>
                  </a:ext>
                </a:extLst>
              </p:cNvPr>
              <p:cNvSpPr txBox="1"/>
              <p:nvPr/>
            </p:nvSpPr>
            <p:spPr>
              <a:xfrm>
                <a:off x="2209977" y="8045394"/>
                <a:ext cx="1184940" cy="646331"/>
              </a:xfrm>
              <a:prstGeom prst="rect">
                <a:avLst/>
              </a:prstGeom>
              <a:noFill/>
            </p:spPr>
            <p:txBody>
              <a:bodyPr wrap="none" rtlCol="0">
                <a:spAutoFit/>
              </a:bodyPr>
              <a:lstStyle/>
              <a:p>
                <a:pPr algn="l"/>
                <a:r>
                  <a:rPr lang="pt-BR" sz="3600" spc="0" baseline="0">
                    <a:ln/>
                    <a:solidFill>
                      <a:srgbClr val="114C8E"/>
                    </a:solidFill>
                    <a:latin typeface="Arial"/>
                    <a:cs typeface="Arial"/>
                    <a:sym typeface="Arial"/>
                    <a:rtl val="0"/>
                  </a:rPr>
                  <a:t>onec</a:t>
                </a:r>
              </a:p>
            </p:txBody>
          </p:sp>
          <p:sp>
            <p:nvSpPr>
              <p:cNvPr id="105" name="CaixaDeTexto 104">
                <a:extLst>
                  <a:ext uri="{FF2B5EF4-FFF2-40B4-BE49-F238E27FC236}">
                    <a16:creationId xmlns:a16="http://schemas.microsoft.com/office/drawing/2014/main" id="{F3318B18-C897-F41F-6D9B-8CB968657D43}"/>
                  </a:ext>
                </a:extLst>
              </p:cNvPr>
              <p:cNvSpPr txBox="1"/>
              <p:nvPr/>
            </p:nvSpPr>
            <p:spPr>
              <a:xfrm>
                <a:off x="3222979" y="8040687"/>
                <a:ext cx="312906" cy="646331"/>
              </a:xfrm>
              <a:prstGeom prst="rect">
                <a:avLst/>
              </a:prstGeom>
              <a:noFill/>
            </p:spPr>
            <p:txBody>
              <a:bodyPr wrap="none" rtlCol="0">
                <a:spAutoFit/>
              </a:bodyPr>
              <a:lstStyle/>
              <a:p>
                <a:pPr algn="l"/>
                <a:r>
                  <a:rPr lang="pt-BR" sz="3600" spc="0" baseline="0">
                    <a:ln/>
                    <a:solidFill>
                      <a:srgbClr val="114C8E"/>
                    </a:solidFill>
                    <a:latin typeface="Arial"/>
                    <a:cs typeface="Arial"/>
                    <a:sym typeface="Arial"/>
                    <a:rtl val="0"/>
                  </a:rPr>
                  <a:t>t</a:t>
                </a:r>
              </a:p>
            </p:txBody>
          </p:sp>
          <p:sp>
            <p:nvSpPr>
              <p:cNvPr id="106" name="CaixaDeTexto 105">
                <a:extLst>
                  <a:ext uri="{FF2B5EF4-FFF2-40B4-BE49-F238E27FC236}">
                    <a16:creationId xmlns:a16="http://schemas.microsoft.com/office/drawing/2014/main" id="{7CCC8562-525E-87BF-25AA-436BE5E3AFCF}"/>
                  </a:ext>
                </a:extLst>
              </p:cNvPr>
              <p:cNvSpPr txBox="1"/>
              <p:nvPr/>
            </p:nvSpPr>
            <p:spPr>
              <a:xfrm>
                <a:off x="3375290" y="8045223"/>
                <a:ext cx="2185214" cy="646331"/>
              </a:xfrm>
              <a:prstGeom prst="rect">
                <a:avLst/>
              </a:prstGeom>
              <a:noFill/>
            </p:spPr>
            <p:txBody>
              <a:bodyPr wrap="none" rtlCol="0">
                <a:spAutoFit/>
              </a:bodyPr>
              <a:lstStyle/>
              <a:p>
                <a:pPr algn="l"/>
                <a:r>
                  <a:rPr lang="pt-BR" sz="3600" spc="0" baseline="0">
                    <a:ln/>
                    <a:solidFill>
                      <a:srgbClr val="114C8E"/>
                    </a:solidFill>
                    <a:latin typeface="Arial"/>
                    <a:cs typeface="Arial"/>
                    <a:sym typeface="Arial"/>
                    <a:rtl val="0"/>
                  </a:rPr>
                  <a:t>ados pela</a:t>
                </a:r>
              </a:p>
            </p:txBody>
          </p:sp>
          <p:sp>
            <p:nvSpPr>
              <p:cNvPr id="107" name="CaixaDeTexto 106">
                <a:extLst>
                  <a:ext uri="{FF2B5EF4-FFF2-40B4-BE49-F238E27FC236}">
                    <a16:creationId xmlns:a16="http://schemas.microsoft.com/office/drawing/2014/main" id="{5FF8B383-7154-7B0B-AA50-C00445071D6C}"/>
                  </a:ext>
                </a:extLst>
              </p:cNvPr>
              <p:cNvSpPr txBox="1"/>
              <p:nvPr/>
            </p:nvSpPr>
            <p:spPr>
              <a:xfrm>
                <a:off x="2156119" y="8700740"/>
                <a:ext cx="415498" cy="646331"/>
              </a:xfrm>
              <a:prstGeom prst="rect">
                <a:avLst/>
              </a:prstGeom>
              <a:noFill/>
            </p:spPr>
            <p:txBody>
              <a:bodyPr wrap="none" rtlCol="0">
                <a:spAutoFit/>
              </a:bodyPr>
              <a:lstStyle/>
              <a:p>
                <a:pPr algn="l"/>
                <a:r>
                  <a:rPr lang="pt-BR" sz="3600" spc="0" baseline="0">
                    <a:ln/>
                    <a:solidFill>
                      <a:srgbClr val="114C8E"/>
                    </a:solidFill>
                    <a:latin typeface="Arial"/>
                    <a:cs typeface="Arial"/>
                    <a:sym typeface="Arial"/>
                    <a:rtl val="0"/>
                  </a:rPr>
                  <a:t>c</a:t>
                </a:r>
              </a:p>
            </p:txBody>
          </p:sp>
          <p:sp>
            <p:nvSpPr>
              <p:cNvPr id="108" name="CaixaDeTexto 107">
                <a:extLst>
                  <a:ext uri="{FF2B5EF4-FFF2-40B4-BE49-F238E27FC236}">
                    <a16:creationId xmlns:a16="http://schemas.microsoft.com/office/drawing/2014/main" id="{C89890E0-2C10-BFDA-21E4-DCB030047116}"/>
                  </a:ext>
                </a:extLst>
              </p:cNvPr>
              <p:cNvSpPr txBox="1"/>
              <p:nvPr/>
            </p:nvSpPr>
            <p:spPr>
              <a:xfrm>
                <a:off x="2373598" y="8700740"/>
                <a:ext cx="2467342" cy="646331"/>
              </a:xfrm>
              <a:prstGeom prst="rect">
                <a:avLst/>
              </a:prstGeom>
              <a:noFill/>
            </p:spPr>
            <p:txBody>
              <a:bodyPr wrap="none" rtlCol="0">
                <a:spAutoFit/>
              </a:bodyPr>
              <a:lstStyle/>
              <a:p>
                <a:pPr algn="l"/>
                <a:r>
                  <a:rPr lang="pt-BR" sz="3600" spc="0" baseline="0">
                    <a:ln/>
                    <a:solidFill>
                      <a:srgbClr val="114C8E"/>
                    </a:solidFill>
                    <a:latin typeface="Arial"/>
                    <a:cs typeface="Arial"/>
                    <a:sym typeface="Arial"/>
                    <a:rtl val="0"/>
                  </a:rPr>
                  <a:t>omunidade</a:t>
                </a:r>
              </a:p>
            </p:txBody>
          </p:sp>
        </p:grpSp>
      </p:grpSp>
      <p:sp>
        <p:nvSpPr>
          <p:cNvPr id="2" name="Google Shape;33;p3">
            <a:extLst>
              <a:ext uri="{FF2B5EF4-FFF2-40B4-BE49-F238E27FC236}">
                <a16:creationId xmlns:a16="http://schemas.microsoft.com/office/drawing/2014/main" id="{DB5A9EF4-E88E-DA6A-4275-5DF61B66FBF0}"/>
              </a:ext>
            </a:extLst>
          </p:cNvPr>
          <p:cNvSpPr txBox="1"/>
          <p:nvPr/>
        </p:nvSpPr>
        <p:spPr>
          <a:xfrm>
            <a:off x="19257146" y="15825526"/>
            <a:ext cx="8650941" cy="4893607"/>
          </a:xfrm>
          <a:prstGeom prst="rect">
            <a:avLst/>
          </a:prstGeom>
          <a:noFill/>
          <a:ln>
            <a:noFill/>
          </a:ln>
        </p:spPr>
        <p:txBody>
          <a:bodyPr spcFirstLastPara="1" wrap="square" lIns="91425" tIns="45700" rIns="91425" bIns="45700" anchor="t" anchorCtr="0">
            <a:spAutoFit/>
          </a:bodyPr>
          <a:lstStyle/>
          <a:p>
            <a:pPr lvl="0" algn="just"/>
            <a:r>
              <a:rPr lang="pt-BR" sz="2600">
                <a:solidFill>
                  <a:schemeClr val="dk1"/>
                </a:solidFill>
              </a:rPr>
              <a:t>A Figura 4 apresenta a relação entre nível de experiência e média salarial, evidenciando um crescimento progressivo da remuneração conforme o avanço na carreira. Profissionais em níveis mais elevados, como sênior e executivo, possuem salários significativamente superiores aos níveis iniciais. Essa diferença reforça a valorização da experiência, do conhecimento técnico acumulado, além de demonstrar os dados de uma forma clara e como experiência e remuneração estão relacionados, destacando a importância do desenvolvimento profissional contínuo para a progressão na carreira.</a:t>
            </a:r>
          </a:p>
        </p:txBody>
      </p:sp>
      <p:sp>
        <p:nvSpPr>
          <p:cNvPr id="3" name="Google Shape;33;p3">
            <a:extLst>
              <a:ext uri="{FF2B5EF4-FFF2-40B4-BE49-F238E27FC236}">
                <a16:creationId xmlns:a16="http://schemas.microsoft.com/office/drawing/2014/main" id="{F9502300-9CA2-D6E2-F4A3-BD6899BB175C}"/>
              </a:ext>
            </a:extLst>
          </p:cNvPr>
          <p:cNvSpPr txBox="1"/>
          <p:nvPr/>
        </p:nvSpPr>
        <p:spPr>
          <a:xfrm>
            <a:off x="10045243" y="17176800"/>
            <a:ext cx="8650941" cy="369327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pt-BR" sz="2600">
                <a:solidFill>
                  <a:schemeClr val="dk1"/>
                </a:solidFill>
                <a:latin typeface="Arial"/>
                <a:ea typeface="Arial"/>
                <a:cs typeface="Arial"/>
                <a:sym typeface="Arial"/>
              </a:rPr>
              <a:t>A Figura 2 ilustra o crescimento de cargos relacionados a ML/IA ao longo do período analisado (2020-2023). Nota-se uma expansão significativa, especialmente nos anos mais recentes, com destaque para um aumento acentuado no último período. Esse crescimento evidencia a consolidação dessas áreas no mercado de trabalho, reforçando a importância estratégica dessas tecnologias e indicando uma demanda crescente por profissionais especializados.</a:t>
            </a:r>
          </a:p>
        </p:txBody>
      </p:sp>
      <p:sp>
        <p:nvSpPr>
          <p:cNvPr id="51" name="Google Shape;33;p3">
            <a:extLst>
              <a:ext uri="{FF2B5EF4-FFF2-40B4-BE49-F238E27FC236}">
                <a16:creationId xmlns:a16="http://schemas.microsoft.com/office/drawing/2014/main" id="{884969A8-3B39-EA4B-C06D-611389C98A5A}"/>
              </a:ext>
            </a:extLst>
          </p:cNvPr>
          <p:cNvSpPr txBox="1"/>
          <p:nvPr/>
        </p:nvSpPr>
        <p:spPr>
          <a:xfrm>
            <a:off x="832747" y="20896115"/>
            <a:ext cx="8650941" cy="2492950"/>
          </a:xfrm>
          <a:prstGeom prst="rect">
            <a:avLst/>
          </a:prstGeom>
          <a:noFill/>
          <a:ln>
            <a:noFill/>
          </a:ln>
        </p:spPr>
        <p:txBody>
          <a:bodyPr spcFirstLastPara="1" wrap="square" lIns="91425" tIns="45700" rIns="91425" bIns="45700" anchor="t" anchorCtr="0">
            <a:spAutoFit/>
          </a:bodyPr>
          <a:lstStyle/>
          <a:p>
            <a:pPr lvl="0" algn="just"/>
            <a:r>
              <a:rPr lang="pt-BR" sz="2600">
                <a:solidFill>
                  <a:schemeClr val="dk1"/>
                </a:solidFill>
              </a:rPr>
              <a:t>O objetivo deste estudo foi realizar uma análise exploratória sobre o crescimento das áreas de Inteligência Artificial e Machine Learning no mercado de trabalho, investigando aspectos relacionados à evolução salarial, à demanda por profissionais e ao nível de senioridade.</a:t>
            </a:r>
            <a:endParaRPr lang="pt-BR" sz="2600">
              <a:solidFill>
                <a:schemeClr val="dk1"/>
              </a:solidFill>
              <a:latin typeface="Arial"/>
              <a:ea typeface="Arial"/>
              <a:cs typeface="Arial"/>
              <a:sym typeface="Arial"/>
            </a:endParaRPr>
          </a:p>
        </p:txBody>
      </p:sp>
      <p:sp>
        <p:nvSpPr>
          <p:cNvPr id="56" name="Google Shape;33;p3">
            <a:extLst>
              <a:ext uri="{FF2B5EF4-FFF2-40B4-BE49-F238E27FC236}">
                <a16:creationId xmlns:a16="http://schemas.microsoft.com/office/drawing/2014/main" id="{97294537-9A66-5732-9D38-B9FCD26681EE}"/>
              </a:ext>
            </a:extLst>
          </p:cNvPr>
          <p:cNvSpPr txBox="1"/>
          <p:nvPr/>
        </p:nvSpPr>
        <p:spPr>
          <a:xfrm>
            <a:off x="803250" y="24118226"/>
            <a:ext cx="8650941" cy="3693278"/>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pt-BR" sz="2600">
                <a:solidFill>
                  <a:schemeClr val="dk1"/>
                </a:solidFill>
                <a:latin typeface="Arial"/>
                <a:ea typeface="Arial"/>
                <a:cs typeface="Arial"/>
                <a:sym typeface="Arial"/>
              </a:rPr>
              <a:t>Os dados utilizados neste estudo foram obtidos do banco de dados público Jobs </a:t>
            </a:r>
            <a:r>
              <a:rPr lang="pt-BR" sz="2600" err="1">
                <a:solidFill>
                  <a:schemeClr val="dk1"/>
                </a:solidFill>
                <a:latin typeface="Arial"/>
                <a:ea typeface="Arial"/>
                <a:cs typeface="Arial"/>
                <a:sym typeface="Arial"/>
              </a:rPr>
              <a:t>and</a:t>
            </a:r>
            <a:r>
              <a:rPr lang="pt-BR" sz="2600">
                <a:solidFill>
                  <a:schemeClr val="dk1"/>
                </a:solidFill>
                <a:latin typeface="Arial"/>
                <a:ea typeface="Arial"/>
                <a:cs typeface="Arial"/>
                <a:sym typeface="Arial"/>
              </a:rPr>
              <a:t> Salaries in Data Science (</a:t>
            </a:r>
            <a:r>
              <a:rPr lang="pt-BR" sz="2600" err="1">
                <a:solidFill>
                  <a:schemeClr val="dk1"/>
                </a:solidFill>
                <a:latin typeface="Arial"/>
                <a:ea typeface="Arial"/>
                <a:cs typeface="Arial"/>
                <a:sym typeface="Arial"/>
              </a:rPr>
              <a:t>Qaasim</a:t>
            </a:r>
            <a:r>
              <a:rPr lang="pt-BR" sz="2600">
                <a:solidFill>
                  <a:schemeClr val="dk1"/>
                </a:solidFill>
                <a:latin typeface="Arial"/>
                <a:ea typeface="Arial"/>
                <a:cs typeface="Arial"/>
                <a:sym typeface="Arial"/>
              </a:rPr>
              <a:t>, 2023), disponibilizado na plataforma </a:t>
            </a:r>
            <a:r>
              <a:rPr lang="pt-BR" sz="2600" err="1">
                <a:solidFill>
                  <a:schemeClr val="dk1"/>
                </a:solidFill>
                <a:latin typeface="Arial"/>
                <a:ea typeface="Arial"/>
                <a:cs typeface="Arial"/>
                <a:sym typeface="Arial"/>
              </a:rPr>
              <a:t>Kaggle</a:t>
            </a:r>
            <a:r>
              <a:rPr lang="pt-BR" sz="2600">
                <a:solidFill>
                  <a:schemeClr val="dk1"/>
                </a:solidFill>
                <a:latin typeface="Arial"/>
                <a:ea typeface="Arial"/>
                <a:cs typeface="Arial"/>
                <a:sym typeface="Arial"/>
              </a:rPr>
              <a:t>, que reúne informações sobre empregos e salários em ciência de dados, engenharia de dados, ML e áreas relacionadas, entre 2020 a 2023. O conjunto de dados contém 12 colunas e 9355 linhas, e conjunto de informações em escala global, contendo informações de países dos 6 continentes.</a:t>
            </a:r>
          </a:p>
        </p:txBody>
      </p:sp>
      <p:pic>
        <p:nvPicPr>
          <p:cNvPr id="54" name="Imagem 53">
            <a:extLst>
              <a:ext uri="{FF2B5EF4-FFF2-40B4-BE49-F238E27FC236}">
                <a16:creationId xmlns:a16="http://schemas.microsoft.com/office/drawing/2014/main" id="{39684A27-E036-E092-9E55-82553DDC5AC7}"/>
              </a:ext>
            </a:extLst>
          </p:cNvPr>
          <p:cNvPicPr>
            <a:picLocks noChangeAspect="1"/>
          </p:cNvPicPr>
          <p:nvPr/>
        </p:nvPicPr>
        <p:blipFill>
          <a:blip r:embed="rId3"/>
          <a:srcRect r="48967"/>
          <a:stretch>
            <a:fillRect/>
          </a:stretch>
        </p:blipFill>
        <p:spPr>
          <a:xfrm>
            <a:off x="10815764" y="11274048"/>
            <a:ext cx="6938873" cy="5040000"/>
          </a:xfrm>
          <a:prstGeom prst="rect">
            <a:avLst/>
          </a:prstGeom>
        </p:spPr>
      </p:pic>
      <p:pic>
        <p:nvPicPr>
          <p:cNvPr id="1026" name="Picture 2">
            <a:extLst>
              <a:ext uri="{FF2B5EF4-FFF2-40B4-BE49-F238E27FC236}">
                <a16:creationId xmlns:a16="http://schemas.microsoft.com/office/drawing/2014/main" id="{3D05029A-0142-1600-491E-CDB8F040B6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5897" y="20840082"/>
            <a:ext cx="5609032" cy="5040000"/>
          </a:xfrm>
          <a:prstGeom prst="rect">
            <a:avLst/>
          </a:prstGeom>
          <a:noFill/>
          <a:extLst>
            <a:ext uri="{909E8E84-426E-40DD-AFC4-6F175D3DCCD1}">
              <a14:hiddenFill xmlns:a14="http://schemas.microsoft.com/office/drawing/2010/main">
                <a:solidFill>
                  <a:srgbClr val="FFFFFF"/>
                </a:solidFill>
              </a14:hiddenFill>
            </a:ext>
          </a:extLst>
        </p:spPr>
      </p:pic>
      <p:sp>
        <p:nvSpPr>
          <p:cNvPr id="62" name="CaixaDeTexto 61">
            <a:extLst>
              <a:ext uri="{FF2B5EF4-FFF2-40B4-BE49-F238E27FC236}">
                <a16:creationId xmlns:a16="http://schemas.microsoft.com/office/drawing/2014/main" id="{148C9140-5977-0693-0C33-9B0465D7262C}"/>
              </a:ext>
            </a:extLst>
          </p:cNvPr>
          <p:cNvSpPr txBox="1"/>
          <p:nvPr/>
        </p:nvSpPr>
        <p:spPr>
          <a:xfrm>
            <a:off x="19257146" y="25932915"/>
            <a:ext cx="8600126" cy="1292621"/>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algn="just">
              <a:buNone/>
              <a:defRPr sz="2600">
                <a:solidFill>
                  <a:schemeClr val="dk1"/>
                </a:solidFill>
              </a:defRPr>
            </a:lvl1pPr>
          </a:lstStyle>
          <a:p>
            <a:r>
              <a:rPr lang="pt-BR"/>
              <a:t>Figura 4: Gráfico de barras demonstrando a média salarial de acordo com o nível de experiência do funcionário. </a:t>
            </a:r>
          </a:p>
        </p:txBody>
      </p:sp>
      <p:pic>
        <p:nvPicPr>
          <p:cNvPr id="61" name="Imagem 60">
            <a:extLst>
              <a:ext uri="{FF2B5EF4-FFF2-40B4-BE49-F238E27FC236}">
                <a16:creationId xmlns:a16="http://schemas.microsoft.com/office/drawing/2014/main" id="{93435537-06C0-77DC-5ABE-530780D66053}"/>
              </a:ext>
            </a:extLst>
          </p:cNvPr>
          <p:cNvPicPr>
            <a:picLocks noChangeAspect="1"/>
          </p:cNvPicPr>
          <p:nvPr/>
        </p:nvPicPr>
        <p:blipFill>
          <a:blip r:embed="rId3"/>
          <a:srcRect l="50972" r="1"/>
          <a:stretch>
            <a:fillRect/>
          </a:stretch>
        </p:blipFill>
        <p:spPr>
          <a:xfrm>
            <a:off x="10952088" y="21155828"/>
            <a:ext cx="6666223" cy="5040000"/>
          </a:xfrm>
          <a:prstGeom prst="rect">
            <a:avLst/>
          </a:prstGeom>
        </p:spPr>
      </p:pic>
      <p:pic>
        <p:nvPicPr>
          <p:cNvPr id="64" name="Imagem 63">
            <a:extLst>
              <a:ext uri="{FF2B5EF4-FFF2-40B4-BE49-F238E27FC236}">
                <a16:creationId xmlns:a16="http://schemas.microsoft.com/office/drawing/2014/main" id="{190AC63B-0A32-90D4-E6BD-1BE9B28959D0}"/>
              </a:ext>
            </a:extLst>
          </p:cNvPr>
          <p:cNvPicPr>
            <a:picLocks noChangeAspect="1"/>
          </p:cNvPicPr>
          <p:nvPr/>
        </p:nvPicPr>
        <p:blipFill>
          <a:blip r:embed="rId5"/>
          <a:srcRect r="50467"/>
          <a:stretch>
            <a:fillRect/>
          </a:stretch>
        </p:blipFill>
        <p:spPr>
          <a:xfrm>
            <a:off x="20262153" y="9420691"/>
            <a:ext cx="6206749" cy="5318731"/>
          </a:xfrm>
          <a:prstGeom prst="rect">
            <a:avLst/>
          </a:prstGeom>
        </p:spPr>
      </p:pic>
      <p:sp>
        <p:nvSpPr>
          <p:cNvPr id="67" name="Google Shape;33;p3">
            <a:extLst>
              <a:ext uri="{FF2B5EF4-FFF2-40B4-BE49-F238E27FC236}">
                <a16:creationId xmlns:a16="http://schemas.microsoft.com/office/drawing/2014/main" id="{C3DE0DCC-F5EC-7878-D00E-38EADDFA7D2A}"/>
              </a:ext>
            </a:extLst>
          </p:cNvPr>
          <p:cNvSpPr txBox="1"/>
          <p:nvPr/>
        </p:nvSpPr>
        <p:spPr>
          <a:xfrm>
            <a:off x="833347" y="28645478"/>
            <a:ext cx="8650941" cy="489360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pt-BR" sz="2600" dirty="0">
                <a:solidFill>
                  <a:schemeClr val="dk1"/>
                </a:solidFill>
                <a:latin typeface="Arial"/>
                <a:ea typeface="Arial"/>
                <a:cs typeface="Arial"/>
                <a:sym typeface="Arial"/>
              </a:rPr>
              <a:t>A Figura 1 mostra a média salarial ao longo dos anos de 2020 a 2023. Entre 2020 e 2021, o salário se mantém quase estável. Já entre 2021 e 2022, há um crescimento mais significativo, sugerindo maior valorização da área. De 2022 para 2023, o aumento das vagas é bem acentuado e expressivo, acompanhado por nova elevação salarial ainda que não tão expressiva, porém ainda sim significativa. Embora os dados indiquem uma associação positiva entre demanda e remuneração, essa relação não se apresenta de forma linear, sugerindo a influência de fatores adicionais, como localização geográfica, porte da empresa e nível de especialização.</a:t>
            </a:r>
          </a:p>
        </p:txBody>
      </p:sp>
      <p:sp>
        <p:nvSpPr>
          <p:cNvPr id="68" name="Retângulo: Cantos Arredondados 67">
            <a:extLst>
              <a:ext uri="{FF2B5EF4-FFF2-40B4-BE49-F238E27FC236}">
                <a16:creationId xmlns:a16="http://schemas.microsoft.com/office/drawing/2014/main" id="{21F73F0A-0ACF-031A-F37E-7E71639A2F09}"/>
              </a:ext>
            </a:extLst>
          </p:cNvPr>
          <p:cNvSpPr/>
          <p:nvPr/>
        </p:nvSpPr>
        <p:spPr>
          <a:xfrm>
            <a:off x="745327" y="28141164"/>
            <a:ext cx="8869604" cy="4852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2600" b="1">
                <a:solidFill>
                  <a:schemeClr val="bg1"/>
                </a:solidFill>
                <a:ea typeface="Arial"/>
                <a:cs typeface="Arial"/>
              </a:rPr>
              <a:t>Resultados e Discussões</a:t>
            </a:r>
            <a:endParaRPr lang="pt-BR" sz="2600">
              <a:solidFill>
                <a:schemeClr val="bg1"/>
              </a:solidFill>
              <a:ea typeface="Arial"/>
              <a:cs typeface="Arial"/>
            </a:endParaRPr>
          </a:p>
        </p:txBody>
      </p:sp>
      <p:sp>
        <p:nvSpPr>
          <p:cNvPr id="70" name="CaixaDeTexto 69">
            <a:extLst>
              <a:ext uri="{FF2B5EF4-FFF2-40B4-BE49-F238E27FC236}">
                <a16:creationId xmlns:a16="http://schemas.microsoft.com/office/drawing/2014/main" id="{61EF5665-805C-6551-D197-C1F938060F0A}"/>
              </a:ext>
            </a:extLst>
          </p:cNvPr>
          <p:cNvSpPr txBox="1"/>
          <p:nvPr/>
        </p:nvSpPr>
        <p:spPr>
          <a:xfrm>
            <a:off x="19257146" y="14860371"/>
            <a:ext cx="8650941" cy="892512"/>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algn="just">
              <a:defRPr sz="2600">
                <a:solidFill>
                  <a:schemeClr val="dk1"/>
                </a:solidFill>
              </a:defRPr>
            </a:lvl1pPr>
          </a:lstStyle>
          <a:p>
            <a:r>
              <a:rPr lang="pt-BR" dirty="0"/>
              <a:t>Figura 3: Gráfico de barras ilustrando a quantidade de vagas de acordo com o nível de senioridade. </a:t>
            </a:r>
          </a:p>
        </p:txBody>
      </p:sp>
      <p:sp>
        <p:nvSpPr>
          <p:cNvPr id="72" name="CaixaDeTexto 71">
            <a:extLst>
              <a:ext uri="{FF2B5EF4-FFF2-40B4-BE49-F238E27FC236}">
                <a16:creationId xmlns:a16="http://schemas.microsoft.com/office/drawing/2014/main" id="{C8707508-CE5A-8170-C5FD-DB81EF7F5CD2}"/>
              </a:ext>
            </a:extLst>
          </p:cNvPr>
          <p:cNvSpPr txBox="1"/>
          <p:nvPr/>
        </p:nvSpPr>
        <p:spPr>
          <a:xfrm>
            <a:off x="10070650" y="27335861"/>
            <a:ext cx="8600126" cy="609393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L="0" indent="0">
              <a:buNone/>
              <a:defRPr sz="2600">
                <a:solidFill>
                  <a:schemeClr val="dk1"/>
                </a:solidFill>
              </a:defRPr>
            </a:lvl1pPr>
          </a:lstStyle>
          <a:p>
            <a:pPr algn="just"/>
            <a:r>
              <a:rPr lang="pt-BR" dirty="0"/>
              <a:t>A Figura 3 demonstra a distribuição de vagas de acordo com o nível de senioridade dos profissionais, observa-se que a maior concentração de profissionais está no nível sênior, seguida pelo nível pleno, enquanto os níveis júnior e executivo apresentam a menor quantidade de vagas. Esse padrão difere da estrutura tradicional do mercado, podendo indicar uma maior demanda por profissionais mais experientes que possuem mais capacidade técnica ou poderia representar apenas um recorte do cenário tecnológico com ênfase nesse nível de senioridade. Além disso, a menor oferta de vagas para o nível júnior pode representar uma pequena barreira de entrada na área, assim como a  necessidade da resolução de problemas mais complexos por parte das empresas.</a:t>
            </a:r>
          </a:p>
        </p:txBody>
      </p:sp>
      <p:sp>
        <p:nvSpPr>
          <p:cNvPr id="69" name="Google Shape;33;p3">
            <a:extLst>
              <a:ext uri="{FF2B5EF4-FFF2-40B4-BE49-F238E27FC236}">
                <a16:creationId xmlns:a16="http://schemas.microsoft.com/office/drawing/2014/main" id="{BADDDDE8-74E6-6556-4230-F4825F86E5A3}"/>
              </a:ext>
            </a:extLst>
          </p:cNvPr>
          <p:cNvSpPr txBox="1"/>
          <p:nvPr/>
        </p:nvSpPr>
        <p:spPr>
          <a:xfrm>
            <a:off x="10045244" y="16459535"/>
            <a:ext cx="8650941" cy="49240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pt-BR" sz="2600">
                <a:solidFill>
                  <a:schemeClr val="dk1"/>
                </a:solidFill>
                <a:latin typeface="Arial"/>
                <a:ea typeface="Arial"/>
                <a:cs typeface="Arial"/>
                <a:sym typeface="Arial"/>
              </a:rPr>
              <a:t>Figura 1: Gráfico de barras com a média salarial por ano. </a:t>
            </a:r>
          </a:p>
        </p:txBody>
      </p:sp>
      <p:sp>
        <p:nvSpPr>
          <p:cNvPr id="71" name="Google Shape;33;p3">
            <a:extLst>
              <a:ext uri="{FF2B5EF4-FFF2-40B4-BE49-F238E27FC236}">
                <a16:creationId xmlns:a16="http://schemas.microsoft.com/office/drawing/2014/main" id="{EE8B1155-14B6-8E5F-19D7-9FA970916128}"/>
              </a:ext>
            </a:extLst>
          </p:cNvPr>
          <p:cNvSpPr txBox="1"/>
          <p:nvPr/>
        </p:nvSpPr>
        <p:spPr>
          <a:xfrm>
            <a:off x="10100148" y="9641266"/>
            <a:ext cx="8650941" cy="1292621"/>
          </a:xfrm>
          <a:prstGeom prst="rect">
            <a:avLst/>
          </a:prstGeom>
          <a:noFill/>
          <a:ln>
            <a:noFill/>
          </a:ln>
        </p:spPr>
        <p:txBody>
          <a:bodyPr spcFirstLastPara="1" wrap="square" lIns="91425" tIns="45700" rIns="91425" bIns="45700" anchor="t" anchorCtr="0">
            <a:spAutoFit/>
          </a:bodyPr>
          <a:lstStyle/>
          <a:p>
            <a:pPr algn="just"/>
            <a:r>
              <a:rPr lang="pt-BR" sz="2600" dirty="0">
                <a:solidFill>
                  <a:schemeClr val="dk1"/>
                </a:solidFill>
              </a:rPr>
              <a:t>Ainda assim, os resultados apontam para um cenário de expansão do mercado, no qual o aumento da demanda por profissionais está associado à valorização salarial. </a:t>
            </a:r>
          </a:p>
        </p:txBody>
      </p:sp>
      <p:sp>
        <p:nvSpPr>
          <p:cNvPr id="7" name="Google Shape;33;p3">
            <a:extLst>
              <a:ext uri="{FF2B5EF4-FFF2-40B4-BE49-F238E27FC236}">
                <a16:creationId xmlns:a16="http://schemas.microsoft.com/office/drawing/2014/main" id="{3D443694-41B3-DCEF-C710-8CE1E99B675F}"/>
              </a:ext>
            </a:extLst>
          </p:cNvPr>
          <p:cNvSpPr txBox="1"/>
          <p:nvPr/>
        </p:nvSpPr>
        <p:spPr>
          <a:xfrm>
            <a:off x="10070650" y="26116618"/>
            <a:ext cx="8650941" cy="892512"/>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a:buNone/>
              <a:defRPr sz="2600">
                <a:solidFill>
                  <a:schemeClr val="dk1"/>
                </a:solidFill>
              </a:defRPr>
            </a:lvl1pPr>
          </a:lstStyle>
          <a:p>
            <a:pPr algn="just"/>
            <a:r>
              <a:rPr lang="pt-BR" dirty="0"/>
              <a:t>Figura 2: Gráfico de linhas representando o crescimento de cargos em ML/IA por ano. </a:t>
            </a:r>
          </a:p>
        </p:txBody>
      </p:sp>
      <p:sp>
        <p:nvSpPr>
          <p:cNvPr id="57" name="Retângulo: Cantos Arredondados 56">
            <a:extLst>
              <a:ext uri="{FF2B5EF4-FFF2-40B4-BE49-F238E27FC236}">
                <a16:creationId xmlns:a16="http://schemas.microsoft.com/office/drawing/2014/main" id="{0AAE21DE-1693-B963-3216-C91E31DF7F59}"/>
              </a:ext>
            </a:extLst>
          </p:cNvPr>
          <p:cNvSpPr/>
          <p:nvPr/>
        </p:nvSpPr>
        <p:spPr>
          <a:xfrm>
            <a:off x="19346229" y="27324990"/>
            <a:ext cx="8869604" cy="4852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2600" b="1">
                <a:solidFill>
                  <a:schemeClr val="bg1"/>
                </a:solidFill>
                <a:ea typeface="Arial"/>
                <a:cs typeface="Arial"/>
              </a:rPr>
              <a:t>Conclusão</a:t>
            </a:r>
            <a:endParaRPr lang="pt-BR" sz="2600">
              <a:solidFill>
                <a:schemeClr val="bg1"/>
              </a:solidFill>
              <a:ea typeface="Arial"/>
              <a:cs typeface="Arial"/>
            </a:endParaRPr>
          </a:p>
        </p:txBody>
      </p:sp>
      <p:sp>
        <p:nvSpPr>
          <p:cNvPr id="59" name="CaixaDeTexto 58">
            <a:extLst>
              <a:ext uri="{FF2B5EF4-FFF2-40B4-BE49-F238E27FC236}">
                <a16:creationId xmlns:a16="http://schemas.microsoft.com/office/drawing/2014/main" id="{F0FACDD3-E88F-8A72-B53C-DB81D567DCC2}"/>
              </a:ext>
            </a:extLst>
          </p:cNvPr>
          <p:cNvSpPr txBox="1"/>
          <p:nvPr/>
        </p:nvSpPr>
        <p:spPr>
          <a:xfrm>
            <a:off x="19346229" y="27824806"/>
            <a:ext cx="8600126" cy="569382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L="0" indent="0" algn="just">
              <a:buNone/>
              <a:defRPr sz="2600">
                <a:solidFill>
                  <a:schemeClr val="dk1"/>
                </a:solidFill>
              </a:defRPr>
            </a:lvl1pPr>
          </a:lstStyle>
          <a:p>
            <a:r>
              <a:rPr lang="pt-BR"/>
              <a:t>Com base nas análises exploratórias realizadas, foi possível identificar que o mercado de ML e IA apresenta forte concentração de vagas em países mais desenvolvidos, com destaque para os Estados Unidos. Observa-se também uma relação positiva entre experiência e remuneração, indicando progressão salarial ao longo da carreira. Esses achados evidenciam um mercado em expansão, mas ainda desigual.</a:t>
            </a:r>
          </a:p>
          <a:p>
            <a:r>
              <a:rPr lang="pt-BR"/>
              <a:t>Para trabalhos futuros, é relevante ampliar as análises para outros países, incorporando bases de dados com mais informações sobre profissionais fora dos EUA, além de utilizar dados mais atuais para compreender melhor o comportamento do mercado e apoiar análises preditivas e de tendências.</a:t>
            </a:r>
          </a:p>
        </p:txBody>
      </p:sp>
      <p:sp>
        <p:nvSpPr>
          <p:cNvPr id="60" name="Retângulo: Cantos Arredondados 59">
            <a:extLst>
              <a:ext uri="{FF2B5EF4-FFF2-40B4-BE49-F238E27FC236}">
                <a16:creationId xmlns:a16="http://schemas.microsoft.com/office/drawing/2014/main" id="{601A84A5-4841-FE86-F66C-6119F7B53C0E}"/>
              </a:ext>
            </a:extLst>
          </p:cNvPr>
          <p:cNvSpPr/>
          <p:nvPr/>
        </p:nvSpPr>
        <p:spPr>
          <a:xfrm>
            <a:off x="823978" y="9420692"/>
            <a:ext cx="8869604" cy="4411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pt-BR" sz="2600" b="1">
                <a:solidFill>
                  <a:schemeClr val="bg1"/>
                </a:solidFill>
                <a:latin typeface="+mj-lt"/>
                <a:ea typeface="Arial"/>
                <a:cs typeface="Arial"/>
              </a:rPr>
              <a:t>Introdução</a:t>
            </a:r>
            <a:endParaRPr lang="pt-BR" sz="2600">
              <a:latin typeface="+mj-lt"/>
            </a:endParaRPr>
          </a:p>
        </p:txBody>
      </p:sp>
    </p:spTree>
  </p:cSld>
  <p:clrMapOvr>
    <a:masterClrMapping/>
  </p:clrMapOvr>
</p:sld>
</file>

<file path=ppt/theme/theme1.xml><?xml version="1.0" encoding="utf-8"?>
<a:theme xmlns:a="http://schemas.openxmlformats.org/drawingml/2006/main" name="Tema do Office">
  <a:themeElements>
    <a:clrScheme name="Tema do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1014</Words>
  <Application>Microsoft Office PowerPoint</Application>
  <PresentationFormat>Personalizar</PresentationFormat>
  <Paragraphs>44</Paragraphs>
  <Slides>1</Slides>
  <Notes>1</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1</vt:i4>
      </vt:variant>
    </vt:vector>
  </HeadingPairs>
  <TitlesOfParts>
    <vt:vector size="3" baseType="lpstr">
      <vt:lpstr>Arial</vt:lpstr>
      <vt:lpstr>Tema do Office</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Marcelo Aparecido Sartori</dc:creator>
  <cp:lastModifiedBy>ENZO RIBEIRO DA SILVA</cp:lastModifiedBy>
  <cp:revision>1</cp:revision>
  <dcterms:created xsi:type="dcterms:W3CDTF">2024-10-11T21:51:46Z</dcterms:created>
  <dcterms:modified xsi:type="dcterms:W3CDTF">2026-05-19T00:54:20Z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0x010100768ECF710CAB264F90DF4BF7D0B4BD3A</vt:lpwstr>
  </property>
  <property fmtid="{D5CDD505-2E9C-101B-9397-08002B2CF9AE}" pid="3" name="Order">
    <vt:r8>238100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MediaServiceImageTags">
    <vt:lpwstr/>
  </property>
</Properties>
</file>